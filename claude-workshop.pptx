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9"/>
  </p:notesMasterIdLst>
  <p:sldIdLst>
    <p:sldId id="806" r:id="rId5"/>
    <p:sldId id="880" r:id="rId6"/>
    <p:sldId id="818" r:id="rId7"/>
    <p:sldId id="847" r:id="rId8"/>
    <p:sldId id="837" r:id="rId9"/>
    <p:sldId id="838" r:id="rId10"/>
    <p:sldId id="839" r:id="rId11"/>
    <p:sldId id="848" r:id="rId12"/>
    <p:sldId id="849" r:id="rId13"/>
    <p:sldId id="840" r:id="rId14"/>
    <p:sldId id="850" r:id="rId15"/>
    <p:sldId id="841" r:id="rId16"/>
    <p:sldId id="842" r:id="rId17"/>
    <p:sldId id="843" r:id="rId18"/>
    <p:sldId id="844" r:id="rId19"/>
    <p:sldId id="866" r:id="rId20"/>
    <p:sldId id="859" r:id="rId21"/>
    <p:sldId id="858" r:id="rId22"/>
    <p:sldId id="867" r:id="rId23"/>
    <p:sldId id="868" r:id="rId24"/>
    <p:sldId id="861" r:id="rId25"/>
    <p:sldId id="881" r:id="rId26"/>
    <p:sldId id="882" r:id="rId27"/>
    <p:sldId id="871" r:id="rId28"/>
    <p:sldId id="815" r:id="rId29"/>
    <p:sldId id="816" r:id="rId30"/>
    <p:sldId id="851" r:id="rId31"/>
    <p:sldId id="860" r:id="rId32"/>
    <p:sldId id="862" r:id="rId33"/>
    <p:sldId id="872" r:id="rId34"/>
    <p:sldId id="856" r:id="rId35"/>
    <p:sldId id="855" r:id="rId36"/>
    <p:sldId id="854" r:id="rId37"/>
    <p:sldId id="853" r:id="rId38"/>
    <p:sldId id="852" r:id="rId39"/>
    <p:sldId id="863" r:id="rId40"/>
    <p:sldId id="873" r:id="rId41"/>
    <p:sldId id="879" r:id="rId42"/>
    <p:sldId id="870" r:id="rId43"/>
    <p:sldId id="875" r:id="rId44"/>
    <p:sldId id="876" r:id="rId45"/>
    <p:sldId id="869" r:id="rId46"/>
    <p:sldId id="874" r:id="rId47"/>
    <p:sldId id="878" r:id="rId48"/>
    <p:sldId id="877" r:id="rId49"/>
    <p:sldId id="857" r:id="rId50"/>
    <p:sldId id="828" r:id="rId51"/>
    <p:sldId id="829" r:id="rId52"/>
    <p:sldId id="830" r:id="rId53"/>
    <p:sldId id="831" r:id="rId54"/>
    <p:sldId id="832" r:id="rId55"/>
    <p:sldId id="833" r:id="rId56"/>
    <p:sldId id="834" r:id="rId57"/>
    <p:sldId id="363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5AA"/>
    <a:srgbClr val="FFFFFF"/>
    <a:srgbClr val="A100FF"/>
    <a:srgbClr val="7500C0"/>
    <a:srgbClr val="460073"/>
    <a:srgbClr val="ECCCFF"/>
    <a:srgbClr val="E6BFFF"/>
    <a:srgbClr val="E0B0FF"/>
    <a:srgbClr val="DCAFFF"/>
    <a:srgbClr val="C7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11315-93FD-6C4B-8F13-E0CF246525E9}" v="3" dt="2026-10-15T18:31:57.625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1" autoAdjust="0"/>
    <p:restoredTop sz="79988" autoAdjust="0"/>
  </p:normalViewPr>
  <p:slideViewPr>
    <p:cSldViewPr snapToGrid="0" showGuides="1">
      <p:cViewPr varScale="1">
        <p:scale>
          <a:sx n="108" d="100"/>
          <a:sy n="108" d="100"/>
        </p:scale>
        <p:origin x="200" y="312"/>
      </p:cViewPr>
      <p:guideLst/>
    </p:cSldViewPr>
  </p:slideViewPr>
  <p:outlineViewPr>
    <p:cViewPr>
      <p:scale>
        <a:sx n="33" d="100"/>
        <a:sy n="33" d="100"/>
      </p:scale>
      <p:origin x="0" y="-112723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us, Peter" userId="4d3875e6-947b-47e5-a3f1-2b1b6534bfa1" providerId="ADAL" clId="{379A5B87-25E1-5348-95A2-478E7DA8A570}"/>
    <pc:docChg chg="undo redo custSel addSld delSld modSld sldOrd">
      <pc:chgData name="Baus, Peter" userId="4d3875e6-947b-47e5-a3f1-2b1b6534bfa1" providerId="ADAL" clId="{379A5B87-25E1-5348-95A2-478E7DA8A570}" dt="2026-10-15T18:35:13.114" v="1239" actId="20577"/>
      <pc:docMkLst>
        <pc:docMk/>
      </pc:docMkLst>
      <pc:sldChg chg="modSp mod">
        <pc:chgData name="Baus, Peter" userId="4d3875e6-947b-47e5-a3f1-2b1b6534bfa1" providerId="ADAL" clId="{379A5B87-25E1-5348-95A2-478E7DA8A570}" dt="2026-10-15T18:35:13.114" v="1239" actId="20577"/>
        <pc:sldMkLst>
          <pc:docMk/>
          <pc:sldMk cId="3567105527" sldId="363"/>
        </pc:sldMkLst>
        <pc:spChg chg="mod">
          <ac:chgData name="Baus, Peter" userId="4d3875e6-947b-47e5-a3f1-2b1b6534bfa1" providerId="ADAL" clId="{379A5B87-25E1-5348-95A2-478E7DA8A570}" dt="2026-10-15T18:35:13.114" v="1239" actId="20577"/>
          <ac:spMkLst>
            <pc:docMk/>
            <pc:sldMk cId="3567105527" sldId="363"/>
            <ac:spMk id="5" creationId="{D6C2F587-D14E-4638-8259-2FB8D78CBB4B}"/>
          </ac:spMkLst>
        </pc:spChg>
      </pc:sldChg>
      <pc:sldChg chg="addSp modSp mod">
        <pc:chgData name="Baus, Peter" userId="4d3875e6-947b-47e5-a3f1-2b1b6534bfa1" providerId="ADAL" clId="{379A5B87-25E1-5348-95A2-478E7DA8A570}" dt="2026-10-14T07:48:18.194" v="1163" actId="14100"/>
        <pc:sldMkLst>
          <pc:docMk/>
          <pc:sldMk cId="45400040" sldId="806"/>
        </pc:sldMkLst>
        <pc:spChg chg="mod">
          <ac:chgData name="Baus, Peter" userId="4d3875e6-947b-47e5-a3f1-2b1b6534bfa1" providerId="ADAL" clId="{379A5B87-25E1-5348-95A2-478E7DA8A570}" dt="2026-10-13T12:48:49.343" v="628" actId="14100"/>
          <ac:spMkLst>
            <pc:docMk/>
            <pc:sldMk cId="45400040" sldId="806"/>
            <ac:spMk id="2" creationId="{11C334DD-1D38-51B2-C9B9-2188C7618C00}"/>
          </ac:spMkLst>
        </pc:spChg>
        <pc:spChg chg="add mod">
          <ac:chgData name="Baus, Peter" userId="4d3875e6-947b-47e5-a3f1-2b1b6534bfa1" providerId="ADAL" clId="{379A5B87-25E1-5348-95A2-478E7DA8A570}" dt="2026-10-14T07:48:18.194" v="1163" actId="14100"/>
          <ac:spMkLst>
            <pc:docMk/>
            <pc:sldMk cId="45400040" sldId="806"/>
            <ac:spMk id="3" creationId="{A443CE4F-6480-A32D-BA92-9DDC2D1A6471}"/>
          </ac:spMkLst>
        </pc:spChg>
      </pc:sldChg>
      <pc:sldChg chg="modSp mod modNotesTx">
        <pc:chgData name="Baus, Peter" userId="4d3875e6-947b-47e5-a3f1-2b1b6534bfa1" providerId="ADAL" clId="{379A5B87-25E1-5348-95A2-478E7DA8A570}" dt="2026-10-13T06:37:54.303" v="321" actId="403"/>
        <pc:sldMkLst>
          <pc:docMk/>
          <pc:sldMk cId="3827928709" sldId="815"/>
        </pc:sldMkLst>
        <pc:spChg chg="mod">
          <ac:chgData name="Baus, Peter" userId="4d3875e6-947b-47e5-a3f1-2b1b6534bfa1" providerId="ADAL" clId="{379A5B87-25E1-5348-95A2-478E7DA8A570}" dt="2026-10-13T06:37:54.303" v="321" actId="403"/>
          <ac:spMkLst>
            <pc:docMk/>
            <pc:sldMk cId="3827928709" sldId="815"/>
            <ac:spMk id="3" creationId="{02EE998A-2B2C-7A31-3250-C5F2ADE11F8F}"/>
          </ac:spMkLst>
        </pc:spChg>
      </pc:sldChg>
      <pc:sldChg chg="del">
        <pc:chgData name="Baus, Peter" userId="4d3875e6-947b-47e5-a3f1-2b1b6534bfa1" providerId="ADAL" clId="{379A5B87-25E1-5348-95A2-478E7DA8A570}" dt="2026-10-14T08:12:55.551" v="1170" actId="2696"/>
        <pc:sldMkLst>
          <pc:docMk/>
          <pc:sldMk cId="504438091" sldId="826"/>
        </pc:sldMkLst>
      </pc:sldChg>
      <pc:sldChg chg="del">
        <pc:chgData name="Baus, Peter" userId="4d3875e6-947b-47e5-a3f1-2b1b6534bfa1" providerId="ADAL" clId="{379A5B87-25E1-5348-95A2-478E7DA8A570}" dt="2026-10-14T08:12:55.551" v="1170" actId="2696"/>
        <pc:sldMkLst>
          <pc:docMk/>
          <pc:sldMk cId="3042090814" sldId="827"/>
        </pc:sldMkLst>
      </pc:sldChg>
      <pc:sldChg chg="modSp mod">
        <pc:chgData name="Baus, Peter" userId="4d3875e6-947b-47e5-a3f1-2b1b6534bfa1" providerId="ADAL" clId="{379A5B87-25E1-5348-95A2-478E7DA8A570}" dt="2026-10-08T06:57:28.383" v="292" actId="20577"/>
        <pc:sldMkLst>
          <pc:docMk/>
          <pc:sldMk cId="3749651536" sldId="828"/>
        </pc:sldMkLst>
        <pc:spChg chg="mod">
          <ac:chgData name="Baus, Peter" userId="4d3875e6-947b-47e5-a3f1-2b1b6534bfa1" providerId="ADAL" clId="{379A5B87-25E1-5348-95A2-478E7DA8A570}" dt="2026-10-08T06:57:28.383" v="292" actId="20577"/>
          <ac:spMkLst>
            <pc:docMk/>
            <pc:sldMk cId="3749651536" sldId="828"/>
            <ac:spMk id="3" creationId="{4F9E9058-6FC6-DEA6-B2DF-AFF2D5BC4010}"/>
          </ac:spMkLst>
        </pc:spChg>
      </pc:sldChg>
      <pc:sldChg chg="add del">
        <pc:chgData name="Baus, Peter" userId="4d3875e6-947b-47e5-a3f1-2b1b6534bfa1" providerId="ADAL" clId="{379A5B87-25E1-5348-95A2-478E7DA8A570}" dt="2026-10-15T18:31:42.894" v="1230" actId="2696"/>
        <pc:sldMkLst>
          <pc:docMk/>
          <pc:sldMk cId="675596098" sldId="846"/>
        </pc:sldMkLst>
      </pc:sldChg>
      <pc:sldChg chg="addSp delSp modSp new mod">
        <pc:chgData name="Baus, Peter" userId="4d3875e6-947b-47e5-a3f1-2b1b6534bfa1" providerId="ADAL" clId="{379A5B87-25E1-5348-95A2-478E7DA8A570}" dt="2026-10-07T17:51:53.950" v="288" actId="1076"/>
        <pc:sldMkLst>
          <pc:docMk/>
          <pc:sldMk cId="3523015906" sldId="851"/>
        </pc:sldMkLst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4" creationId="{407837EC-49FC-D9E2-F099-53A75320850D}"/>
          </ac:spMkLst>
        </pc:spChg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5" creationId="{2253799C-FA5B-DD4B-38B3-E9ACFAEE9341}"/>
          </ac:spMkLst>
        </pc:spChg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6" creationId="{FFC25E25-79A0-8765-0FA6-AD2A1FAD0E95}"/>
          </ac:spMkLst>
        </pc:spChg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7" creationId="{30F752A1-8A8A-5FE6-E5FA-100E719C0377}"/>
          </ac:spMkLst>
        </pc:spChg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8" creationId="{4FD88898-46E6-611E-A209-F2BF53DFBC96}"/>
          </ac:spMkLst>
        </pc:spChg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9" creationId="{92D8CFAF-5F40-05A4-513B-8D7A324C72F1}"/>
          </ac:spMkLst>
        </pc:spChg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10" creationId="{D36D5C00-1FD3-652D-0E76-CB1783B2AD1A}"/>
          </ac:spMkLst>
        </pc:spChg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11" creationId="{512122A7-AF62-B6B5-5E75-2F16037D2114}"/>
          </ac:spMkLst>
        </pc:spChg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12" creationId="{95CCBFBA-A78A-7405-5116-9D088869F6A2}"/>
          </ac:spMkLst>
        </pc:spChg>
        <pc:spChg chg="add mod">
          <ac:chgData name="Baus, Peter" userId="4d3875e6-947b-47e5-a3f1-2b1b6534bfa1" providerId="ADAL" clId="{379A5B87-25E1-5348-95A2-478E7DA8A570}" dt="2026-10-07T17:51:53.950" v="288" actId="1076"/>
          <ac:spMkLst>
            <pc:docMk/>
            <pc:sldMk cId="3523015906" sldId="851"/>
            <ac:spMk id="13" creationId="{95DF7412-2667-A969-69A1-F5D65771FDC3}"/>
          </ac:spMkLst>
        </pc:spChg>
      </pc:sldChg>
      <pc:sldChg chg="modSp add mod">
        <pc:chgData name="Baus, Peter" userId="4d3875e6-947b-47e5-a3f1-2b1b6534bfa1" providerId="ADAL" clId="{379A5B87-25E1-5348-95A2-478E7DA8A570}" dt="2026-10-13T06:53:14.686" v="444" actId="20577"/>
        <pc:sldMkLst>
          <pc:docMk/>
          <pc:sldMk cId="4183858053" sldId="852"/>
        </pc:sldMkLst>
        <pc:spChg chg="mod">
          <ac:chgData name="Baus, Peter" userId="4d3875e6-947b-47e5-a3f1-2b1b6534bfa1" providerId="ADAL" clId="{379A5B87-25E1-5348-95A2-478E7DA8A570}" dt="2026-10-13T06:51:44.305" v="405" actId="20577"/>
          <ac:spMkLst>
            <pc:docMk/>
            <pc:sldMk cId="4183858053" sldId="852"/>
            <ac:spMk id="8" creationId="{00000000-0000-0000-0000-000000000000}"/>
          </ac:spMkLst>
        </pc:spChg>
        <pc:spChg chg="mod">
          <ac:chgData name="Baus, Peter" userId="4d3875e6-947b-47e5-a3f1-2b1b6534bfa1" providerId="ADAL" clId="{379A5B87-25E1-5348-95A2-478E7DA8A570}" dt="2026-10-13T06:53:14.686" v="444" actId="20577"/>
          <ac:spMkLst>
            <pc:docMk/>
            <pc:sldMk cId="4183858053" sldId="852"/>
            <ac:spMk id="12" creationId="{00000000-0000-0000-0000-000000000000}"/>
          </ac:spMkLst>
        </pc:spChg>
      </pc:sldChg>
      <pc:sldChg chg="modSp add mod">
        <pc:chgData name="Baus, Peter" userId="4d3875e6-947b-47e5-a3f1-2b1b6534bfa1" providerId="ADAL" clId="{379A5B87-25E1-5348-95A2-478E7DA8A570}" dt="2026-10-13T06:50:29.876" v="402" actId="20577"/>
        <pc:sldMkLst>
          <pc:docMk/>
          <pc:sldMk cId="2254414056" sldId="853"/>
        </pc:sldMkLst>
        <pc:spChg chg="mod">
          <ac:chgData name="Baus, Peter" userId="4d3875e6-947b-47e5-a3f1-2b1b6534bfa1" providerId="ADAL" clId="{379A5B87-25E1-5348-95A2-478E7DA8A570}" dt="2026-10-13T06:50:29.876" v="402" actId="20577"/>
          <ac:spMkLst>
            <pc:docMk/>
            <pc:sldMk cId="2254414056" sldId="853"/>
            <ac:spMk id="12" creationId="{00000000-0000-0000-0000-000000000000}"/>
          </ac:spMkLst>
        </pc:spChg>
      </pc:sldChg>
      <pc:sldChg chg="addSp modSp add mod">
        <pc:chgData name="Baus, Peter" userId="4d3875e6-947b-47e5-a3f1-2b1b6534bfa1" providerId="ADAL" clId="{379A5B87-25E1-5348-95A2-478E7DA8A570}" dt="2026-10-13T06:49:21.402" v="400" actId="171"/>
        <pc:sldMkLst>
          <pc:docMk/>
          <pc:sldMk cId="1651104446" sldId="854"/>
        </pc:sldMkLst>
        <pc:spChg chg="add mod">
          <ac:chgData name="Baus, Peter" userId="4d3875e6-947b-47e5-a3f1-2b1b6534bfa1" providerId="ADAL" clId="{379A5B87-25E1-5348-95A2-478E7DA8A570}" dt="2026-10-13T06:48:47.301" v="397" actId="404"/>
          <ac:spMkLst>
            <pc:docMk/>
            <pc:sldMk cId="1651104446" sldId="854"/>
            <ac:spMk id="3" creationId="{72A954F4-11CC-57F5-D1F7-7EE82BA84C64}"/>
          </ac:spMkLst>
        </pc:spChg>
        <pc:spChg chg="add mod">
          <ac:chgData name="Baus, Peter" userId="4d3875e6-947b-47e5-a3f1-2b1b6534bfa1" providerId="ADAL" clId="{379A5B87-25E1-5348-95A2-478E7DA8A570}" dt="2026-10-13T06:49:21.402" v="400" actId="171"/>
          <ac:spMkLst>
            <pc:docMk/>
            <pc:sldMk cId="1651104446" sldId="854"/>
            <ac:spMk id="13" creationId="{23318F69-DDF5-CA91-308D-4CD78C2518CF}"/>
          </ac:spMkLst>
        </pc:spChg>
      </pc:sldChg>
      <pc:sldChg chg="modSp add mod">
        <pc:chgData name="Baus, Peter" userId="4d3875e6-947b-47e5-a3f1-2b1b6534bfa1" providerId="ADAL" clId="{379A5B87-25E1-5348-95A2-478E7DA8A570}" dt="2026-10-13T06:45:47.452" v="388" actId="20577"/>
        <pc:sldMkLst>
          <pc:docMk/>
          <pc:sldMk cId="2789622824" sldId="855"/>
        </pc:sldMkLst>
        <pc:spChg chg="mod">
          <ac:chgData name="Baus, Peter" userId="4d3875e6-947b-47e5-a3f1-2b1b6534bfa1" providerId="ADAL" clId="{379A5B87-25E1-5348-95A2-478E7DA8A570}" dt="2026-10-13T06:45:47.452" v="388" actId="20577"/>
          <ac:spMkLst>
            <pc:docMk/>
            <pc:sldMk cId="2789622824" sldId="855"/>
            <ac:spMk id="8" creationId="{00000000-0000-0000-0000-000000000000}"/>
          </ac:spMkLst>
        </pc:spChg>
      </pc:sldChg>
      <pc:sldChg chg="add">
        <pc:chgData name="Baus, Peter" userId="4d3875e6-947b-47e5-a3f1-2b1b6534bfa1" providerId="ADAL" clId="{379A5B87-25E1-5348-95A2-478E7DA8A570}" dt="2026-10-08T13:25:43.817" v="293" actId="26606"/>
        <pc:sldMkLst>
          <pc:docMk/>
          <pc:sldMk cId="41981805" sldId="856"/>
        </pc:sldMkLst>
      </pc:sldChg>
      <pc:sldChg chg="modSp add mod">
        <pc:chgData name="Baus, Peter" userId="4d3875e6-947b-47e5-a3f1-2b1b6534bfa1" providerId="ADAL" clId="{379A5B87-25E1-5348-95A2-478E7DA8A570}" dt="2026-10-13T06:53:55.009" v="474" actId="20577"/>
        <pc:sldMkLst>
          <pc:docMk/>
          <pc:sldMk cId="664780840" sldId="857"/>
        </pc:sldMkLst>
        <pc:spChg chg="mod">
          <ac:chgData name="Baus, Peter" userId="4d3875e6-947b-47e5-a3f1-2b1b6534bfa1" providerId="ADAL" clId="{379A5B87-25E1-5348-95A2-478E7DA8A570}" dt="2026-10-13T06:53:55.009" v="474" actId="20577"/>
          <ac:spMkLst>
            <pc:docMk/>
            <pc:sldMk cId="664780840" sldId="857"/>
            <ac:spMk id="2" creationId="{9015FBBC-644F-21CA-DD00-07C55205E0D1}"/>
          </ac:spMkLst>
        </pc:spChg>
      </pc:sldChg>
      <pc:sldChg chg="modSp add mod">
        <pc:chgData name="Baus, Peter" userId="4d3875e6-947b-47e5-a3f1-2b1b6534bfa1" providerId="ADAL" clId="{379A5B87-25E1-5348-95A2-478E7DA8A570}" dt="2026-10-13T09:47:08.748" v="476" actId="26606"/>
        <pc:sldMkLst>
          <pc:docMk/>
          <pc:sldMk cId="1714481952" sldId="858"/>
        </pc:sldMkLst>
        <pc:spChg chg="mod">
          <ac:chgData name="Baus, Peter" userId="4d3875e6-947b-47e5-a3f1-2b1b6534bfa1" providerId="ADAL" clId="{379A5B87-25E1-5348-95A2-478E7DA8A570}" dt="2026-10-13T09:47:08.748" v="476" actId="26606"/>
          <ac:spMkLst>
            <pc:docMk/>
            <pc:sldMk cId="1714481952" sldId="858"/>
            <ac:spMk id="3" creationId="{0CE82A10-829C-DDFF-36B6-438FB8B03A65}"/>
          </ac:spMkLst>
        </pc:spChg>
      </pc:sldChg>
      <pc:sldChg chg="modSp add mod">
        <pc:chgData name="Baus, Peter" userId="4d3875e6-947b-47e5-a3f1-2b1b6534bfa1" providerId="ADAL" clId="{379A5B87-25E1-5348-95A2-478E7DA8A570}" dt="2026-10-13T09:47:42.636" v="487" actId="20577"/>
        <pc:sldMkLst>
          <pc:docMk/>
          <pc:sldMk cId="2083740652" sldId="859"/>
        </pc:sldMkLst>
        <pc:spChg chg="mod">
          <ac:chgData name="Baus, Peter" userId="4d3875e6-947b-47e5-a3f1-2b1b6534bfa1" providerId="ADAL" clId="{379A5B87-25E1-5348-95A2-478E7DA8A570}" dt="2026-10-13T09:47:42.636" v="487" actId="20577"/>
          <ac:spMkLst>
            <pc:docMk/>
            <pc:sldMk cId="2083740652" sldId="859"/>
            <ac:spMk id="3" creationId="{FDDE9344-1E56-27D4-E3F5-D7BC71C34D4E}"/>
          </ac:spMkLst>
        </pc:spChg>
      </pc:sldChg>
      <pc:sldChg chg="addSp modSp new mod">
        <pc:chgData name="Baus, Peter" userId="4d3875e6-947b-47e5-a3f1-2b1b6534bfa1" providerId="ADAL" clId="{379A5B87-25E1-5348-95A2-478E7DA8A570}" dt="2026-10-13T09:59:12.534" v="526" actId="242"/>
        <pc:sldMkLst>
          <pc:docMk/>
          <pc:sldMk cId="535683878" sldId="860"/>
        </pc:sldMkLst>
        <pc:spChg chg="add mod">
          <ac:chgData name="Baus, Peter" userId="4d3875e6-947b-47e5-a3f1-2b1b6534bfa1" providerId="ADAL" clId="{379A5B87-25E1-5348-95A2-478E7DA8A570}" dt="2026-10-13T09:59:12.534" v="526" actId="242"/>
          <ac:spMkLst>
            <pc:docMk/>
            <pc:sldMk cId="535683878" sldId="860"/>
            <ac:spMk id="3" creationId="{D2DE5842-883A-7EB3-E311-246787F22BC0}"/>
          </ac:spMkLst>
        </pc:spChg>
      </pc:sldChg>
      <pc:sldChg chg="modSp add mod">
        <pc:chgData name="Baus, Peter" userId="4d3875e6-947b-47e5-a3f1-2b1b6534bfa1" providerId="ADAL" clId="{379A5B87-25E1-5348-95A2-478E7DA8A570}" dt="2026-10-13T09:59:36.314" v="558" actId="5793"/>
        <pc:sldMkLst>
          <pc:docMk/>
          <pc:sldMk cId="3325502711" sldId="861"/>
        </pc:sldMkLst>
        <pc:spChg chg="mod">
          <ac:chgData name="Baus, Peter" userId="4d3875e6-947b-47e5-a3f1-2b1b6534bfa1" providerId="ADAL" clId="{379A5B87-25E1-5348-95A2-478E7DA8A570}" dt="2026-10-13T09:59:36.314" v="558" actId="5793"/>
          <ac:spMkLst>
            <pc:docMk/>
            <pc:sldMk cId="3325502711" sldId="861"/>
            <ac:spMk id="3" creationId="{C4ABFED4-1F42-EC8C-FD0A-E56F909464BA}"/>
          </ac:spMkLst>
        </pc:spChg>
      </pc:sldChg>
      <pc:sldChg chg="addSp modSp new mod">
        <pc:chgData name="Baus, Peter" userId="4d3875e6-947b-47e5-a3f1-2b1b6534bfa1" providerId="ADAL" clId="{379A5B87-25E1-5348-95A2-478E7DA8A570}" dt="2026-10-13T10:11:11.615" v="567" actId="14100"/>
        <pc:sldMkLst>
          <pc:docMk/>
          <pc:sldMk cId="1161079503" sldId="862"/>
        </pc:sldMkLst>
        <pc:spChg chg="add mod">
          <ac:chgData name="Baus, Peter" userId="4d3875e6-947b-47e5-a3f1-2b1b6534bfa1" providerId="ADAL" clId="{379A5B87-25E1-5348-95A2-478E7DA8A570}" dt="2026-10-13T10:11:11.615" v="567" actId="14100"/>
          <ac:spMkLst>
            <pc:docMk/>
            <pc:sldMk cId="1161079503" sldId="862"/>
            <ac:spMk id="3" creationId="{D27F1DCD-A453-B40E-3FE6-CAF539B20DD3}"/>
          </ac:spMkLst>
        </pc:spChg>
      </pc:sldChg>
      <pc:sldChg chg="modSp add mod">
        <pc:chgData name="Baus, Peter" userId="4d3875e6-947b-47e5-a3f1-2b1b6534bfa1" providerId="ADAL" clId="{379A5B87-25E1-5348-95A2-478E7DA8A570}" dt="2026-10-13T10:11:45.321" v="579" actId="20577"/>
        <pc:sldMkLst>
          <pc:docMk/>
          <pc:sldMk cId="343582520" sldId="863"/>
        </pc:sldMkLst>
        <pc:spChg chg="mod">
          <ac:chgData name="Baus, Peter" userId="4d3875e6-947b-47e5-a3f1-2b1b6534bfa1" providerId="ADAL" clId="{379A5B87-25E1-5348-95A2-478E7DA8A570}" dt="2026-10-13T10:11:45.321" v="579" actId="20577"/>
          <ac:spMkLst>
            <pc:docMk/>
            <pc:sldMk cId="343582520" sldId="863"/>
            <ac:spMk id="2" creationId="{D6ADD874-B17D-32B8-7D0E-FECB1CCC1DDD}"/>
          </ac:spMkLst>
        </pc:spChg>
      </pc:sldChg>
      <pc:sldChg chg="addSp delSp modSp add mod">
        <pc:chgData name="Baus, Peter" userId="4d3875e6-947b-47e5-a3f1-2b1b6534bfa1" providerId="ADAL" clId="{379A5B87-25E1-5348-95A2-478E7DA8A570}" dt="2026-10-14T04:32:30.317" v="926" actId="26606"/>
        <pc:sldMkLst>
          <pc:docMk/>
          <pc:sldMk cId="3967850824" sldId="866"/>
        </pc:sldMkLst>
        <pc:spChg chg="ad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8" creationId="{00000000-0000-0000-0000-000000000000}"/>
          </ac:spMkLst>
        </pc:spChg>
        <pc:spChg chg="ad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9" creationId="{00000000-0000-0000-0000-000000000000}"/>
          </ac:spMkLst>
        </pc:spChg>
        <pc:spChg chg="ad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14" creationId="{00000000-0000-0000-0000-000000000000}"/>
          </ac:spMkLst>
        </pc:spChg>
        <pc:spChg chg="ad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15" creationId="{00000000-0000-0000-0000-000000000000}"/>
          </ac:spMkLst>
        </pc:spChg>
        <pc:spChg chg="ad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16" creationId="{00000000-0000-0000-0000-000000000000}"/>
          </ac:spMkLst>
        </pc:spChg>
        <pc:spChg chg="ad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17" creationId="{00000000-0000-0000-0000-000000000000}"/>
          </ac:spMkLst>
        </pc:spChg>
        <pc:spChg chg="ad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18" creationId="{00000000-0000-0000-0000-000000000000}"/>
          </ac:spMkLst>
        </pc:spChg>
        <pc:spChg chg="ad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19" creationId="{00000000-0000-0000-0000-000000000000}"/>
          </ac:spMkLst>
        </pc:spChg>
        <pc:spChg chg="ad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20" creationId="{00000000-0000-0000-0000-000000000000}"/>
          </ac:spMkLst>
        </pc:spChg>
        <pc:spChg chg="del mod replId">
          <ac:chgData name="Baus, Peter" userId="4d3875e6-947b-47e5-a3f1-2b1b6534bfa1" providerId="ADAL" clId="{379A5B87-25E1-5348-95A2-478E7DA8A570}" dt="2026-10-14T04:32:30.317" v="926" actId="26606"/>
          <ac:spMkLst>
            <pc:docMk/>
            <pc:sldMk cId="3967850824" sldId="866"/>
            <ac:spMk id="21" creationId="{6862859B-0712-8828-F321-042E95A94FF0}"/>
          </ac:spMkLst>
        </pc:spChg>
      </pc:sldChg>
      <pc:sldChg chg="addSp modSp add mod">
        <pc:chgData name="Baus, Peter" userId="4d3875e6-947b-47e5-a3f1-2b1b6534bfa1" providerId="ADAL" clId="{379A5B87-25E1-5348-95A2-478E7DA8A570}" dt="2026-10-13T18:59:17.674" v="639" actId="207"/>
        <pc:sldMkLst>
          <pc:docMk/>
          <pc:sldMk cId="0" sldId="867"/>
        </pc:sldMkLst>
        <pc:spChg chg="mod">
          <ac:chgData name="Baus, Peter" userId="4d3875e6-947b-47e5-a3f1-2b1b6534bfa1" providerId="ADAL" clId="{379A5B87-25E1-5348-95A2-478E7DA8A570}" dt="2026-10-13T18:58:30.683" v="633" actId="20577"/>
          <ac:spMkLst>
            <pc:docMk/>
            <pc:sldMk cId="0" sldId="867"/>
            <ac:spMk id="5" creationId="{00000000-0000-0000-0000-000000000000}"/>
          </ac:spMkLst>
        </pc:spChg>
        <pc:spChg chg="mod">
          <ac:chgData name="Baus, Peter" userId="4d3875e6-947b-47e5-a3f1-2b1b6534bfa1" providerId="ADAL" clId="{379A5B87-25E1-5348-95A2-478E7DA8A570}" dt="2026-10-13T18:58:20.050" v="631" actId="26606"/>
          <ac:spMkLst>
            <pc:docMk/>
            <pc:sldMk cId="0" sldId="867"/>
            <ac:spMk id="6" creationId="{00000000-0000-0000-0000-000000000000}"/>
          </ac:spMkLst>
        </pc:spChg>
        <pc:spChg chg="mod">
          <ac:chgData name="Baus, Peter" userId="4d3875e6-947b-47e5-a3f1-2b1b6534bfa1" providerId="ADAL" clId="{379A5B87-25E1-5348-95A2-478E7DA8A570}" dt="2026-10-13T18:58:56.262" v="636" actId="1076"/>
          <ac:spMkLst>
            <pc:docMk/>
            <pc:sldMk cId="0" sldId="867"/>
            <ac:spMk id="7" creationId="{00000000-0000-0000-0000-000000000000}"/>
          </ac:spMkLst>
        </pc:spChg>
        <pc:spChg chg="mod">
          <ac:chgData name="Baus, Peter" userId="4d3875e6-947b-47e5-a3f1-2b1b6534bfa1" providerId="ADAL" clId="{379A5B87-25E1-5348-95A2-478E7DA8A570}" dt="2026-10-13T18:58:20.050" v="631" actId="26606"/>
          <ac:spMkLst>
            <pc:docMk/>
            <pc:sldMk cId="0" sldId="867"/>
            <ac:spMk id="8" creationId="{00000000-0000-0000-0000-000000000000}"/>
          </ac:spMkLst>
        </pc:spChg>
        <pc:picChg chg="add mod">
          <ac:chgData name="Baus, Peter" userId="4d3875e6-947b-47e5-a3f1-2b1b6534bfa1" providerId="ADAL" clId="{379A5B87-25E1-5348-95A2-478E7DA8A570}" dt="2026-10-13T18:59:17.674" v="639" actId="207"/>
          <ac:picMkLst>
            <pc:docMk/>
            <pc:sldMk cId="0" sldId="867"/>
            <ac:picMk id="13" creationId="{E11AC20A-0E4C-976F-2D65-BC20A55691F4}"/>
          </ac:picMkLst>
        </pc:picChg>
      </pc:sldChg>
      <pc:sldChg chg="modSp add mod">
        <pc:chgData name="Baus, Peter" userId="4d3875e6-947b-47e5-a3f1-2b1b6534bfa1" providerId="ADAL" clId="{379A5B87-25E1-5348-95A2-478E7DA8A570}" dt="2026-10-13T19:01:07.484" v="650" actId="20577"/>
        <pc:sldMkLst>
          <pc:docMk/>
          <pc:sldMk cId="2647271328" sldId="868"/>
        </pc:sldMkLst>
        <pc:spChg chg="mod">
          <ac:chgData name="Baus, Peter" userId="4d3875e6-947b-47e5-a3f1-2b1b6534bfa1" providerId="ADAL" clId="{379A5B87-25E1-5348-95A2-478E7DA8A570}" dt="2026-10-13T19:01:03.583" v="646" actId="20577"/>
          <ac:spMkLst>
            <pc:docMk/>
            <pc:sldMk cId="2647271328" sldId="868"/>
            <ac:spMk id="7" creationId="{D0842357-5E1D-D829-616A-ABB264BA78EA}"/>
          </ac:spMkLst>
        </pc:spChg>
        <pc:spChg chg="mod">
          <ac:chgData name="Baus, Peter" userId="4d3875e6-947b-47e5-a3f1-2b1b6534bfa1" providerId="ADAL" clId="{379A5B87-25E1-5348-95A2-478E7DA8A570}" dt="2026-10-13T19:00:32.378" v="641" actId="26606"/>
          <ac:spMkLst>
            <pc:docMk/>
            <pc:sldMk cId="2647271328" sldId="868"/>
            <ac:spMk id="8" creationId="{30FB6997-6D72-E319-DFC7-80E9381F052D}"/>
          </ac:spMkLst>
        </pc:spChg>
        <pc:spChg chg="mod">
          <ac:chgData name="Baus, Peter" userId="4d3875e6-947b-47e5-a3f1-2b1b6534bfa1" providerId="ADAL" clId="{379A5B87-25E1-5348-95A2-478E7DA8A570}" dt="2026-10-13T19:01:07.484" v="650" actId="20577"/>
          <ac:spMkLst>
            <pc:docMk/>
            <pc:sldMk cId="2647271328" sldId="868"/>
            <ac:spMk id="9" creationId="{90D87B86-6FAB-AE9C-9155-298C39839BE0}"/>
          </ac:spMkLst>
        </pc:spChg>
        <pc:spChg chg="mod">
          <ac:chgData name="Baus, Peter" userId="4d3875e6-947b-47e5-a3f1-2b1b6534bfa1" providerId="ADAL" clId="{379A5B87-25E1-5348-95A2-478E7DA8A570}" dt="2026-10-13T19:00:32.378" v="641" actId="26606"/>
          <ac:spMkLst>
            <pc:docMk/>
            <pc:sldMk cId="2647271328" sldId="868"/>
            <ac:spMk id="10" creationId="{27C7B4C6-C109-8CE1-811E-FEE9F6A09456}"/>
          </ac:spMkLst>
        </pc:spChg>
      </pc:sldChg>
      <pc:sldChg chg="addSp modSp add mod ord">
        <pc:chgData name="Baus, Peter" userId="4d3875e6-947b-47e5-a3f1-2b1b6534bfa1" providerId="ADAL" clId="{379A5B87-25E1-5348-95A2-478E7DA8A570}" dt="2026-10-13T19:02:54.477" v="659" actId="20578"/>
        <pc:sldMkLst>
          <pc:docMk/>
          <pc:sldMk cId="1831432035" sldId="869"/>
        </pc:sldMkLst>
        <pc:spChg chg="mod">
          <ac:chgData name="Baus, Peter" userId="4d3875e6-947b-47e5-a3f1-2b1b6534bfa1" providerId="ADAL" clId="{379A5B87-25E1-5348-95A2-478E7DA8A570}" dt="2026-10-13T19:02:16.293" v="653" actId="27636"/>
          <ac:spMkLst>
            <pc:docMk/>
            <pc:sldMk cId="1831432035" sldId="869"/>
            <ac:spMk id="7" creationId="{1A947E68-AA1C-5420-8027-162E6BF7EE65}"/>
          </ac:spMkLst>
        </pc:spChg>
        <pc:spChg chg="mod">
          <ac:chgData name="Baus, Peter" userId="4d3875e6-947b-47e5-a3f1-2b1b6534bfa1" providerId="ADAL" clId="{379A5B87-25E1-5348-95A2-478E7DA8A570}" dt="2026-10-13T19:02:16.287" v="652" actId="26606"/>
          <ac:spMkLst>
            <pc:docMk/>
            <pc:sldMk cId="1831432035" sldId="869"/>
            <ac:spMk id="8" creationId="{81451FF3-7C15-B9A4-F372-48B12405E578}"/>
          </ac:spMkLst>
        </pc:spChg>
        <pc:spChg chg="mod">
          <ac:chgData name="Baus, Peter" userId="4d3875e6-947b-47e5-a3f1-2b1b6534bfa1" providerId="ADAL" clId="{379A5B87-25E1-5348-95A2-478E7DA8A570}" dt="2026-10-13T19:02:16.287" v="652" actId="26606"/>
          <ac:spMkLst>
            <pc:docMk/>
            <pc:sldMk cId="1831432035" sldId="869"/>
            <ac:spMk id="9" creationId="{F72D0386-915A-487B-715D-057055089B31}"/>
          </ac:spMkLst>
        </pc:spChg>
        <pc:spChg chg="mod">
          <ac:chgData name="Baus, Peter" userId="4d3875e6-947b-47e5-a3f1-2b1b6534bfa1" providerId="ADAL" clId="{379A5B87-25E1-5348-95A2-478E7DA8A570}" dt="2026-10-13T19:02:16.287" v="652" actId="26606"/>
          <ac:spMkLst>
            <pc:docMk/>
            <pc:sldMk cId="1831432035" sldId="869"/>
            <ac:spMk id="10" creationId="{F85A5CC5-A5BF-9FB4-4EBE-CF551B0D93F0}"/>
          </ac:spMkLst>
        </pc:spChg>
        <pc:spChg chg="add">
          <ac:chgData name="Baus, Peter" userId="4d3875e6-947b-47e5-a3f1-2b1b6534bfa1" providerId="ADAL" clId="{379A5B87-25E1-5348-95A2-478E7DA8A570}" dt="2026-10-13T19:02:16.287" v="652" actId="26606"/>
          <ac:spMkLst>
            <pc:docMk/>
            <pc:sldMk cId="1831432035" sldId="869"/>
            <ac:spMk id="40" creationId="{F85A5CC5-A5BF-9FB4-4EBE-CF551B0D93F0}"/>
          </ac:spMkLst>
        </pc:spChg>
        <pc:spChg chg="add">
          <ac:chgData name="Baus, Peter" userId="4d3875e6-947b-47e5-a3f1-2b1b6534bfa1" providerId="ADAL" clId="{379A5B87-25E1-5348-95A2-478E7DA8A570}" dt="2026-10-13T19:02:16.287" v="652" actId="26606"/>
          <ac:spMkLst>
            <pc:docMk/>
            <pc:sldMk cId="1831432035" sldId="869"/>
            <ac:spMk id="41" creationId="{00000000-0000-0000-0000-000000000000}"/>
          </ac:spMkLst>
        </pc:spChg>
      </pc:sldChg>
      <pc:sldChg chg="modSp add mod ord">
        <pc:chgData name="Baus, Peter" userId="4d3875e6-947b-47e5-a3f1-2b1b6534bfa1" providerId="ADAL" clId="{379A5B87-25E1-5348-95A2-478E7DA8A570}" dt="2026-10-13T19:03:04.790" v="664" actId="20577"/>
        <pc:sldMkLst>
          <pc:docMk/>
          <pc:sldMk cId="3983610824" sldId="870"/>
        </pc:sldMkLst>
        <pc:spChg chg="mod">
          <ac:chgData name="Baus, Peter" userId="4d3875e6-947b-47e5-a3f1-2b1b6534bfa1" providerId="ADAL" clId="{379A5B87-25E1-5348-95A2-478E7DA8A570}" dt="2026-10-13T19:03:04.790" v="664" actId="20577"/>
          <ac:spMkLst>
            <pc:docMk/>
            <pc:sldMk cId="3983610824" sldId="870"/>
            <ac:spMk id="2" creationId="{4FDD0819-2FE8-DD3E-89C8-3467A7610E76}"/>
          </ac:spMkLst>
        </pc:spChg>
      </pc:sldChg>
      <pc:sldChg chg="addSp delSp modSp add del mod ord">
        <pc:chgData name="Baus, Peter" userId="4d3875e6-947b-47e5-a3f1-2b1b6534bfa1" providerId="ADAL" clId="{379A5B87-25E1-5348-95A2-478E7DA8A570}" dt="2026-10-15T18:33:03.814" v="1235" actId="2696"/>
        <pc:sldMkLst>
          <pc:docMk/>
          <pc:sldMk cId="0" sldId="871"/>
        </pc:sldMkLst>
        <pc:spChg chg="mod">
          <ac:chgData name="Baus, Peter" userId="4d3875e6-947b-47e5-a3f1-2b1b6534bfa1" providerId="ADAL" clId="{379A5B87-25E1-5348-95A2-478E7DA8A570}" dt="2026-10-15T18:31:33.640" v="1218" actId="20577"/>
          <ac:spMkLst>
            <pc:docMk/>
            <pc:sldMk cId="0" sldId="871"/>
            <ac:spMk id="2" creationId="{00000000-0000-0000-0000-000000000000}"/>
          </ac:spMkLst>
        </pc:spChg>
        <pc:spChg chg="mod">
          <ac:chgData name="Baus, Peter" userId="4d3875e6-947b-47e5-a3f1-2b1b6534bfa1" providerId="ADAL" clId="{379A5B87-25E1-5348-95A2-478E7DA8A570}" dt="2026-10-13T19:09:22.068" v="712" actId="20577"/>
          <ac:spMkLst>
            <pc:docMk/>
            <pc:sldMk cId="0" sldId="871"/>
            <ac:spMk id="10" creationId="{00000000-0000-0000-0000-000000000000}"/>
          </ac:spMkLst>
        </pc:spChg>
        <pc:spChg chg="mod">
          <ac:chgData name="Baus, Peter" userId="4d3875e6-947b-47e5-a3f1-2b1b6534bfa1" providerId="ADAL" clId="{379A5B87-25E1-5348-95A2-478E7DA8A570}" dt="2026-10-15T18:31:39.531" v="1228" actId="20577"/>
          <ac:spMkLst>
            <pc:docMk/>
            <pc:sldMk cId="0" sldId="871"/>
            <ac:spMk id="13" creationId="{00000000-0000-0000-0000-000000000000}"/>
          </ac:spMkLst>
        </pc:spChg>
        <pc:spChg chg="mod">
          <ac:chgData name="Baus, Peter" userId="4d3875e6-947b-47e5-a3f1-2b1b6534bfa1" providerId="ADAL" clId="{379A5B87-25E1-5348-95A2-478E7DA8A570}" dt="2026-10-15T18:31:38.440" v="1227" actId="20577"/>
          <ac:spMkLst>
            <pc:docMk/>
            <pc:sldMk cId="0" sldId="871"/>
            <ac:spMk id="16" creationId="{00000000-0000-0000-0000-000000000000}"/>
          </ac:spMkLst>
        </pc:spChg>
        <pc:spChg chg="add del">
          <ac:chgData name="Baus, Peter" userId="4d3875e6-947b-47e5-a3f1-2b1b6534bfa1" providerId="ADAL" clId="{379A5B87-25E1-5348-95A2-478E7DA8A570}" dt="2026-10-15T18:31:37.306" v="1225" actId="478"/>
          <ac:spMkLst>
            <pc:docMk/>
            <pc:sldMk cId="0" sldId="871"/>
            <ac:spMk id="17" creationId="{00000000-0000-0000-0000-000000000000}"/>
          </ac:spMkLst>
        </pc:spChg>
        <pc:spChg chg="add del">
          <ac:chgData name="Baus, Peter" userId="4d3875e6-947b-47e5-a3f1-2b1b6534bfa1" providerId="ADAL" clId="{379A5B87-25E1-5348-95A2-478E7DA8A570}" dt="2026-10-15T18:31:36.783" v="1224" actId="478"/>
          <ac:spMkLst>
            <pc:docMk/>
            <pc:sldMk cId="0" sldId="871"/>
            <ac:spMk id="18" creationId="{00000000-0000-0000-0000-000000000000}"/>
          </ac:spMkLst>
        </pc:spChg>
        <pc:spChg chg="mod">
          <ac:chgData name="Baus, Peter" userId="4d3875e6-947b-47e5-a3f1-2b1b6534bfa1" providerId="ADAL" clId="{379A5B87-25E1-5348-95A2-478E7DA8A570}" dt="2026-10-15T18:31:37.824" v="1226" actId="1076"/>
          <ac:spMkLst>
            <pc:docMk/>
            <pc:sldMk cId="0" sldId="871"/>
            <ac:spMk id="19" creationId="{00000000-0000-0000-0000-000000000000}"/>
          </ac:spMkLst>
        </pc:spChg>
      </pc:sldChg>
      <pc:sldChg chg="modSp add mod">
        <pc:chgData name="Baus, Peter" userId="4d3875e6-947b-47e5-a3f1-2b1b6534bfa1" providerId="ADAL" clId="{379A5B87-25E1-5348-95A2-478E7DA8A570}" dt="2026-10-13T19:16:43.538" v="868" actId="20577"/>
        <pc:sldMkLst>
          <pc:docMk/>
          <pc:sldMk cId="4185905490" sldId="872"/>
        </pc:sldMkLst>
        <pc:spChg chg="mod">
          <ac:chgData name="Baus, Peter" userId="4d3875e6-947b-47e5-a3f1-2b1b6534bfa1" providerId="ADAL" clId="{379A5B87-25E1-5348-95A2-478E7DA8A570}" dt="2026-10-13T19:14:22.879" v="831" actId="26606"/>
          <ac:spMkLst>
            <pc:docMk/>
            <pc:sldMk cId="4185905490" sldId="872"/>
            <ac:spMk id="2" creationId="{6EA04528-5201-2A7E-8392-1AA986FA7E3C}"/>
          </ac:spMkLst>
        </pc:spChg>
        <pc:spChg chg="mod">
          <ac:chgData name="Baus, Peter" userId="4d3875e6-947b-47e5-a3f1-2b1b6534bfa1" providerId="ADAL" clId="{379A5B87-25E1-5348-95A2-478E7DA8A570}" dt="2026-10-13T19:14:22.879" v="831" actId="26606"/>
          <ac:spMkLst>
            <pc:docMk/>
            <pc:sldMk cId="4185905490" sldId="872"/>
            <ac:spMk id="6" creationId="{9E317035-9738-4216-1F04-ECCC18D2AD6D}"/>
          </ac:spMkLst>
        </pc:spChg>
        <pc:spChg chg="mod">
          <ac:chgData name="Baus, Peter" userId="4d3875e6-947b-47e5-a3f1-2b1b6534bfa1" providerId="ADAL" clId="{379A5B87-25E1-5348-95A2-478E7DA8A570}" dt="2026-10-13T19:14:22.879" v="831" actId="26606"/>
          <ac:spMkLst>
            <pc:docMk/>
            <pc:sldMk cId="4185905490" sldId="872"/>
            <ac:spMk id="11" creationId="{519CC9D2-02B7-4170-EB21-59955E70A9D9}"/>
          </ac:spMkLst>
        </pc:spChg>
        <pc:spChg chg="mod">
          <ac:chgData name="Baus, Peter" userId="4d3875e6-947b-47e5-a3f1-2b1b6534bfa1" providerId="ADAL" clId="{379A5B87-25E1-5348-95A2-478E7DA8A570}" dt="2026-10-13T19:14:22.879" v="831" actId="26606"/>
          <ac:spMkLst>
            <pc:docMk/>
            <pc:sldMk cId="4185905490" sldId="872"/>
            <ac:spMk id="12" creationId="{CB9EA9D3-A975-E6BE-282B-759DDAD7C9BF}"/>
          </ac:spMkLst>
        </pc:spChg>
        <pc:spChg chg="mod">
          <ac:chgData name="Baus, Peter" userId="4d3875e6-947b-47e5-a3f1-2b1b6534bfa1" providerId="ADAL" clId="{379A5B87-25E1-5348-95A2-478E7DA8A570}" dt="2026-10-13T19:14:22.879" v="831" actId="26606"/>
          <ac:spMkLst>
            <pc:docMk/>
            <pc:sldMk cId="4185905490" sldId="872"/>
            <ac:spMk id="13" creationId="{E555C85D-0B0D-62E8-E5E6-0A8EE250BBB4}"/>
          </ac:spMkLst>
        </pc:spChg>
        <pc:spChg chg="mod">
          <ac:chgData name="Baus, Peter" userId="4d3875e6-947b-47e5-a3f1-2b1b6534bfa1" providerId="ADAL" clId="{379A5B87-25E1-5348-95A2-478E7DA8A570}" dt="2026-10-13T19:14:22.879" v="831" actId="26606"/>
          <ac:spMkLst>
            <pc:docMk/>
            <pc:sldMk cId="4185905490" sldId="872"/>
            <ac:spMk id="14" creationId="{BBE69B60-9EB9-103A-28F9-932FABF4FB61}"/>
          </ac:spMkLst>
        </pc:spChg>
        <pc:spChg chg="mod">
          <ac:chgData name="Baus, Peter" userId="4d3875e6-947b-47e5-a3f1-2b1b6534bfa1" providerId="ADAL" clId="{379A5B87-25E1-5348-95A2-478E7DA8A570}" dt="2026-10-13T19:14:22.879" v="831" actId="26606"/>
          <ac:spMkLst>
            <pc:docMk/>
            <pc:sldMk cId="4185905490" sldId="872"/>
            <ac:spMk id="15" creationId="{0206770A-06F2-8F9D-D1C7-647C8FCA3524}"/>
          </ac:spMkLst>
        </pc:spChg>
        <pc:spChg chg="mod">
          <ac:chgData name="Baus, Peter" userId="4d3875e6-947b-47e5-a3f1-2b1b6534bfa1" providerId="ADAL" clId="{379A5B87-25E1-5348-95A2-478E7DA8A570}" dt="2026-10-13T19:15:24.808" v="838" actId="20577"/>
          <ac:spMkLst>
            <pc:docMk/>
            <pc:sldMk cId="4185905490" sldId="872"/>
            <ac:spMk id="16" creationId="{85AB9DF0-70F0-05BA-8919-FB76A08213B1}"/>
          </ac:spMkLst>
        </pc:spChg>
        <pc:spChg chg="mod">
          <ac:chgData name="Baus, Peter" userId="4d3875e6-947b-47e5-a3f1-2b1b6534bfa1" providerId="ADAL" clId="{379A5B87-25E1-5348-95A2-478E7DA8A570}" dt="2026-10-13T19:14:22.879" v="831" actId="26606"/>
          <ac:spMkLst>
            <pc:docMk/>
            <pc:sldMk cId="4185905490" sldId="872"/>
            <ac:spMk id="17" creationId="{3B3400FA-00CD-65D7-1740-A1D8CBEF5A2A}"/>
          </ac:spMkLst>
        </pc:spChg>
        <pc:spChg chg="mod">
          <ac:chgData name="Baus, Peter" userId="4d3875e6-947b-47e5-a3f1-2b1b6534bfa1" providerId="ADAL" clId="{379A5B87-25E1-5348-95A2-478E7DA8A570}" dt="2026-10-13T19:16:43.538" v="868" actId="20577"/>
          <ac:spMkLst>
            <pc:docMk/>
            <pc:sldMk cId="4185905490" sldId="872"/>
            <ac:spMk id="19" creationId="{6C9A2C42-2914-BADC-6E30-4AF23C971E21}"/>
          </ac:spMkLst>
        </pc:spChg>
      </pc:sldChg>
      <pc:sldChg chg="modSp add mod">
        <pc:chgData name="Baus, Peter" userId="4d3875e6-947b-47e5-a3f1-2b1b6534bfa1" providerId="ADAL" clId="{379A5B87-25E1-5348-95A2-478E7DA8A570}" dt="2026-10-13T19:24:11.162" v="899" actId="20577"/>
        <pc:sldMkLst>
          <pc:docMk/>
          <pc:sldMk cId="1576780914" sldId="873"/>
        </pc:sldMkLst>
        <pc:spChg chg="mod">
          <ac:chgData name="Baus, Peter" userId="4d3875e6-947b-47e5-a3f1-2b1b6534bfa1" providerId="ADAL" clId="{379A5B87-25E1-5348-95A2-478E7DA8A570}" dt="2026-10-13T19:22:37.750" v="870" actId="26606"/>
          <ac:spMkLst>
            <pc:docMk/>
            <pc:sldMk cId="1576780914" sldId="873"/>
            <ac:spMk id="2" creationId="{514DD066-3023-029B-F17B-B4BD127919C6}"/>
          </ac:spMkLst>
        </pc:spChg>
        <pc:spChg chg="mod">
          <ac:chgData name="Baus, Peter" userId="4d3875e6-947b-47e5-a3f1-2b1b6534bfa1" providerId="ADAL" clId="{379A5B87-25E1-5348-95A2-478E7DA8A570}" dt="2026-10-13T19:22:37.750" v="870" actId="26606"/>
          <ac:spMkLst>
            <pc:docMk/>
            <pc:sldMk cId="1576780914" sldId="873"/>
            <ac:spMk id="6" creationId="{F6F8A2DE-BC30-128A-4C42-434FFFD711C0}"/>
          </ac:spMkLst>
        </pc:spChg>
        <pc:spChg chg="mod">
          <ac:chgData name="Baus, Peter" userId="4d3875e6-947b-47e5-a3f1-2b1b6534bfa1" providerId="ADAL" clId="{379A5B87-25E1-5348-95A2-478E7DA8A570}" dt="2026-10-13T19:22:37.750" v="870" actId="26606"/>
          <ac:spMkLst>
            <pc:docMk/>
            <pc:sldMk cId="1576780914" sldId="873"/>
            <ac:spMk id="8" creationId="{AE3B81DF-5A5B-9425-600F-FA00AF9DCC34}"/>
          </ac:spMkLst>
        </pc:spChg>
        <pc:spChg chg="mod">
          <ac:chgData name="Baus, Peter" userId="4d3875e6-947b-47e5-a3f1-2b1b6534bfa1" providerId="ADAL" clId="{379A5B87-25E1-5348-95A2-478E7DA8A570}" dt="2026-10-13T19:22:37.750" v="870" actId="26606"/>
          <ac:spMkLst>
            <pc:docMk/>
            <pc:sldMk cId="1576780914" sldId="873"/>
            <ac:spMk id="13" creationId="{11073C0F-A88E-F821-96B3-DB444E650BF7}"/>
          </ac:spMkLst>
        </pc:spChg>
        <pc:spChg chg="mod">
          <ac:chgData name="Baus, Peter" userId="4d3875e6-947b-47e5-a3f1-2b1b6534bfa1" providerId="ADAL" clId="{379A5B87-25E1-5348-95A2-478E7DA8A570}" dt="2026-10-13T19:22:37.750" v="870" actId="26606"/>
          <ac:spMkLst>
            <pc:docMk/>
            <pc:sldMk cId="1576780914" sldId="873"/>
            <ac:spMk id="14" creationId="{318AA880-CFBA-3953-8552-BC4229BE57B3}"/>
          </ac:spMkLst>
        </pc:spChg>
        <pc:spChg chg="mod">
          <ac:chgData name="Baus, Peter" userId="4d3875e6-947b-47e5-a3f1-2b1b6534bfa1" providerId="ADAL" clId="{379A5B87-25E1-5348-95A2-478E7DA8A570}" dt="2026-10-13T19:22:37.750" v="870" actId="26606"/>
          <ac:spMkLst>
            <pc:docMk/>
            <pc:sldMk cId="1576780914" sldId="873"/>
            <ac:spMk id="15" creationId="{EE187F06-C439-6820-42E9-81C1811FC57B}"/>
          </ac:spMkLst>
        </pc:spChg>
        <pc:spChg chg="mod">
          <ac:chgData name="Baus, Peter" userId="4d3875e6-947b-47e5-a3f1-2b1b6534bfa1" providerId="ADAL" clId="{379A5B87-25E1-5348-95A2-478E7DA8A570}" dt="2026-10-13T19:22:37.750" v="870" actId="26606"/>
          <ac:spMkLst>
            <pc:docMk/>
            <pc:sldMk cId="1576780914" sldId="873"/>
            <ac:spMk id="16" creationId="{4E3108D9-924A-CDB6-8B2B-05C3FC250235}"/>
          </ac:spMkLst>
        </pc:spChg>
        <pc:spChg chg="mod">
          <ac:chgData name="Baus, Peter" userId="4d3875e6-947b-47e5-a3f1-2b1b6534bfa1" providerId="ADAL" clId="{379A5B87-25E1-5348-95A2-478E7DA8A570}" dt="2026-10-13T19:22:37.750" v="870" actId="26606"/>
          <ac:spMkLst>
            <pc:docMk/>
            <pc:sldMk cId="1576780914" sldId="873"/>
            <ac:spMk id="17" creationId="{AD0199B7-B579-A469-EEBE-B009BB505E78}"/>
          </ac:spMkLst>
        </pc:spChg>
        <pc:spChg chg="mod">
          <ac:chgData name="Baus, Peter" userId="4d3875e6-947b-47e5-a3f1-2b1b6534bfa1" providerId="ADAL" clId="{379A5B87-25E1-5348-95A2-478E7DA8A570}" dt="2026-10-13T19:22:37.750" v="870" actId="26606"/>
          <ac:spMkLst>
            <pc:docMk/>
            <pc:sldMk cId="1576780914" sldId="873"/>
            <ac:spMk id="18" creationId="{DC268284-B797-E3D8-C42B-E5D67A68624D}"/>
          </ac:spMkLst>
        </pc:spChg>
        <pc:spChg chg="mod">
          <ac:chgData name="Baus, Peter" userId="4d3875e6-947b-47e5-a3f1-2b1b6534bfa1" providerId="ADAL" clId="{379A5B87-25E1-5348-95A2-478E7DA8A570}" dt="2026-10-13T19:24:11.162" v="899" actId="20577"/>
          <ac:spMkLst>
            <pc:docMk/>
            <pc:sldMk cId="1576780914" sldId="873"/>
            <ac:spMk id="19" creationId="{1DD8ADE5-8E14-4FDB-89D7-3ABF876D1049}"/>
          </ac:spMkLst>
        </pc:spChg>
      </pc:sldChg>
      <pc:sldChg chg="addSp delSp modSp add mod">
        <pc:chgData name="Baus, Peter" userId="4d3875e6-947b-47e5-a3f1-2b1b6534bfa1" providerId="ADAL" clId="{379A5B87-25E1-5348-95A2-478E7DA8A570}" dt="2026-10-14T04:45:30.464" v="1120" actId="20577"/>
        <pc:sldMkLst>
          <pc:docMk/>
          <pc:sldMk cId="1689163380" sldId="874"/>
        </pc:sldMkLst>
        <pc:spChg chg="add mod">
          <ac:chgData name="Baus, Peter" userId="4d3875e6-947b-47e5-a3f1-2b1b6534bfa1" providerId="ADAL" clId="{379A5B87-25E1-5348-95A2-478E7DA8A570}" dt="2026-10-14T04:42:51.683" v="928" actId="26606"/>
          <ac:spMkLst>
            <pc:docMk/>
            <pc:sldMk cId="1689163380" sldId="874"/>
            <ac:spMk id="2" creationId="{514DD066-3023-029B-F17B-B4BD127919C6}"/>
          </ac:spMkLst>
        </pc:spChg>
        <pc:spChg chg="add">
          <ac:chgData name="Baus, Peter" userId="4d3875e6-947b-47e5-a3f1-2b1b6534bfa1" providerId="ADAL" clId="{379A5B87-25E1-5348-95A2-478E7DA8A570}" dt="2026-10-13T19:34:13.081" v="902" actId="26606"/>
          <ac:spMkLst>
            <pc:docMk/>
            <pc:sldMk cId="1689163380" sldId="874"/>
            <ac:spMk id="5" creationId="{8EB1D213-5F8C-03E8-CD8C-B025A7624E37}"/>
          </ac:spMkLst>
        </pc:spChg>
        <pc:spChg chg="add mod">
          <ac:chgData name="Baus, Peter" userId="4d3875e6-947b-47e5-a3f1-2b1b6534bfa1" providerId="ADAL" clId="{379A5B87-25E1-5348-95A2-478E7DA8A570}" dt="2026-10-14T04:42:51.683" v="928" actId="26606"/>
          <ac:spMkLst>
            <pc:docMk/>
            <pc:sldMk cId="1689163380" sldId="874"/>
            <ac:spMk id="6" creationId="{F6F8A2DE-BC30-128A-4C42-434FFFD711C0}"/>
          </ac:spMkLst>
        </pc:spChg>
        <pc:spChg chg="add">
          <ac:chgData name="Baus, Peter" userId="4d3875e6-947b-47e5-a3f1-2b1b6534bfa1" providerId="ADAL" clId="{379A5B87-25E1-5348-95A2-478E7DA8A570}" dt="2026-10-13T19:34:13.081" v="902" actId="26606"/>
          <ac:spMkLst>
            <pc:docMk/>
            <pc:sldMk cId="1689163380" sldId="874"/>
            <ac:spMk id="9" creationId="{9D5CD403-56C5-D426-E8B7-F673D35FCA7E}"/>
          </ac:spMkLst>
        </pc:spChg>
        <pc:spChg chg="mod">
          <ac:chgData name="Baus, Peter" userId="4d3875e6-947b-47e5-a3f1-2b1b6534bfa1" providerId="ADAL" clId="{379A5B87-25E1-5348-95A2-478E7DA8A570}" dt="2026-10-14T04:42:51.683" v="928" actId="26606"/>
          <ac:spMkLst>
            <pc:docMk/>
            <pc:sldMk cId="1689163380" sldId="874"/>
            <ac:spMk id="10" creationId="{05AA92DA-878A-F291-A9F6-C2102C4E1013}"/>
          </ac:spMkLst>
        </pc:spChg>
        <pc:spChg chg="add mod">
          <ac:chgData name="Baus, Peter" userId="4d3875e6-947b-47e5-a3f1-2b1b6534bfa1" providerId="ADAL" clId="{379A5B87-25E1-5348-95A2-478E7DA8A570}" dt="2026-10-14T04:44:43.373" v="1069" actId="20577"/>
          <ac:spMkLst>
            <pc:docMk/>
            <pc:sldMk cId="1689163380" sldId="874"/>
            <ac:spMk id="13" creationId="{11073C0F-A88E-F821-96B3-DB444E650BF7}"/>
          </ac:spMkLst>
        </pc:spChg>
        <pc:spChg chg="add">
          <ac:chgData name="Baus, Peter" userId="4d3875e6-947b-47e5-a3f1-2b1b6534bfa1" providerId="ADAL" clId="{379A5B87-25E1-5348-95A2-478E7DA8A570}" dt="2026-10-13T19:34:13.081" v="902" actId="26606"/>
          <ac:spMkLst>
            <pc:docMk/>
            <pc:sldMk cId="1689163380" sldId="874"/>
            <ac:spMk id="15" creationId="{EE187F06-C439-6820-42E9-81C1811FC57B}"/>
          </ac:spMkLst>
        </pc:spChg>
        <pc:spChg chg="mod">
          <ac:chgData name="Baus, Peter" userId="4d3875e6-947b-47e5-a3f1-2b1b6534bfa1" providerId="ADAL" clId="{379A5B87-25E1-5348-95A2-478E7DA8A570}" dt="2026-10-14T04:45:13.634" v="1099" actId="20577"/>
          <ac:spMkLst>
            <pc:docMk/>
            <pc:sldMk cId="1689163380" sldId="874"/>
            <ac:spMk id="16" creationId="{4E3108D9-924A-CDB6-8B2B-05C3FC250235}"/>
          </ac:spMkLst>
        </pc:spChg>
        <pc:spChg chg="add">
          <ac:chgData name="Baus, Peter" userId="4d3875e6-947b-47e5-a3f1-2b1b6534bfa1" providerId="ADAL" clId="{379A5B87-25E1-5348-95A2-478E7DA8A570}" dt="2026-10-13T19:34:13.081" v="902" actId="26606"/>
          <ac:spMkLst>
            <pc:docMk/>
            <pc:sldMk cId="1689163380" sldId="874"/>
            <ac:spMk id="18" creationId="{DC268284-B797-E3D8-C42B-E5D67A68624D}"/>
          </ac:spMkLst>
        </pc:spChg>
        <pc:spChg chg="mod">
          <ac:chgData name="Baus, Peter" userId="4d3875e6-947b-47e5-a3f1-2b1b6534bfa1" providerId="ADAL" clId="{379A5B87-25E1-5348-95A2-478E7DA8A570}" dt="2026-10-14T04:45:30.464" v="1120" actId="20577"/>
          <ac:spMkLst>
            <pc:docMk/>
            <pc:sldMk cId="1689163380" sldId="874"/>
            <ac:spMk id="19" creationId="{1DD8ADE5-8E14-4FDB-89D7-3ABF876D1049}"/>
          </ac:spMkLst>
        </pc:spChg>
      </pc:sldChg>
      <pc:sldChg chg="modSp add mod">
        <pc:chgData name="Baus, Peter" userId="4d3875e6-947b-47e5-a3f1-2b1b6534bfa1" providerId="ADAL" clId="{379A5B87-25E1-5348-95A2-478E7DA8A570}" dt="2026-10-14T04:47:48.836" v="1123" actId="207"/>
        <pc:sldMkLst>
          <pc:docMk/>
          <pc:sldMk cId="3047985176" sldId="875"/>
        </pc:sldMkLst>
        <pc:spChg chg="mod">
          <ac:chgData name="Baus, Peter" userId="4d3875e6-947b-47e5-a3f1-2b1b6534bfa1" providerId="ADAL" clId="{379A5B87-25E1-5348-95A2-478E7DA8A570}" dt="2026-10-14T04:47:48.836" v="1123" actId="207"/>
          <ac:spMkLst>
            <pc:docMk/>
            <pc:sldMk cId="3047985176" sldId="875"/>
            <ac:spMk id="3" creationId="{0CE82A10-829C-DDFF-36B6-438FB8B03A65}"/>
          </ac:spMkLst>
        </pc:spChg>
      </pc:sldChg>
      <pc:sldChg chg="modSp add mod ord">
        <pc:chgData name="Baus, Peter" userId="4d3875e6-947b-47e5-a3f1-2b1b6534bfa1" providerId="ADAL" clId="{379A5B87-25E1-5348-95A2-478E7DA8A570}" dt="2026-10-13T20:09:06.771" v="923" actId="20578"/>
        <pc:sldMkLst>
          <pc:docMk/>
          <pc:sldMk cId="3101227589" sldId="876"/>
        </pc:sldMkLst>
        <pc:spChg chg="mod">
          <ac:chgData name="Baus, Peter" userId="4d3875e6-947b-47e5-a3f1-2b1b6534bfa1" providerId="ADAL" clId="{379A5B87-25E1-5348-95A2-478E7DA8A570}" dt="2026-10-13T20:08:45.082" v="918" actId="14100"/>
          <ac:spMkLst>
            <pc:docMk/>
            <pc:sldMk cId="3101227589" sldId="876"/>
            <ac:spMk id="3" creationId="{A068E13B-7509-4E26-672F-9F64845E75A2}"/>
          </ac:spMkLst>
        </pc:spChg>
      </pc:sldChg>
      <pc:sldChg chg="new">
        <pc:chgData name="Baus, Peter" userId="4d3875e6-947b-47e5-a3f1-2b1b6534bfa1" providerId="ADAL" clId="{379A5B87-25E1-5348-95A2-478E7DA8A570}" dt="2026-10-13T20:24:48.567" v="924" actId="680"/>
        <pc:sldMkLst>
          <pc:docMk/>
          <pc:sldMk cId="941568157" sldId="877"/>
        </pc:sldMkLst>
      </pc:sldChg>
      <pc:sldChg chg="add">
        <pc:chgData name="Baus, Peter" userId="4d3875e6-947b-47e5-a3f1-2b1b6534bfa1" providerId="ADAL" clId="{379A5B87-25E1-5348-95A2-478E7DA8A570}" dt="2026-10-14T04:41:44.180" v="927" actId="2890"/>
        <pc:sldMkLst>
          <pc:docMk/>
          <pc:sldMk cId="3799556723" sldId="878"/>
        </pc:sldMkLst>
      </pc:sldChg>
      <pc:sldChg chg="addSp modSp new mod">
        <pc:chgData name="Baus, Peter" userId="4d3875e6-947b-47e5-a3f1-2b1b6534bfa1" providerId="ADAL" clId="{379A5B87-25E1-5348-95A2-478E7DA8A570}" dt="2026-10-14T04:50:47.043" v="1133" actId="14100"/>
        <pc:sldMkLst>
          <pc:docMk/>
          <pc:sldMk cId="534697759" sldId="879"/>
        </pc:sldMkLst>
        <pc:picChg chg="add mod">
          <ac:chgData name="Baus, Peter" userId="4d3875e6-947b-47e5-a3f1-2b1b6534bfa1" providerId="ADAL" clId="{379A5B87-25E1-5348-95A2-478E7DA8A570}" dt="2026-10-14T04:50:47.043" v="1133" actId="14100"/>
          <ac:picMkLst>
            <pc:docMk/>
            <pc:sldMk cId="534697759" sldId="879"/>
            <ac:picMk id="3" creationId="{FC171EFF-2485-9032-3CD4-EF647058B119}"/>
          </ac:picMkLst>
        </pc:picChg>
      </pc:sldChg>
      <pc:sldChg chg="add ord">
        <pc:chgData name="Baus, Peter" userId="4d3875e6-947b-47e5-a3f1-2b1b6534bfa1" providerId="ADAL" clId="{379A5B87-25E1-5348-95A2-478E7DA8A570}" dt="2026-10-14T07:52:04.582" v="1169" actId="20578"/>
        <pc:sldMkLst>
          <pc:docMk/>
          <pc:sldMk cId="0" sldId="880"/>
        </pc:sldMkLst>
      </pc:sldChg>
      <pc:sldChg chg="modSp add del mod">
        <pc:chgData name="Baus, Peter" userId="4d3875e6-947b-47e5-a3f1-2b1b6534bfa1" providerId="ADAL" clId="{379A5B87-25E1-5348-95A2-478E7DA8A570}" dt="2026-10-15T18:33:04.607" v="1236" actId="2696"/>
        <pc:sldMkLst>
          <pc:docMk/>
          <pc:sldMk cId="520494182" sldId="881"/>
        </pc:sldMkLst>
        <pc:spChg chg="mod">
          <ac:chgData name="Baus, Peter" userId="4d3875e6-947b-47e5-a3f1-2b1b6534bfa1" providerId="ADAL" clId="{379A5B87-25E1-5348-95A2-478E7DA8A570}" dt="2026-10-15T18:32:09.858" v="1232" actId="20577"/>
          <ac:spMkLst>
            <pc:docMk/>
            <pc:sldMk cId="520494182" sldId="881"/>
            <ac:spMk id="13" creationId="{53689C26-5212-B01A-DA36-A5CFCD0242FB}"/>
          </ac:spMkLst>
        </pc:spChg>
      </pc:sldChg>
      <pc:sldChg chg="add del">
        <pc:chgData name="Baus, Peter" userId="4d3875e6-947b-47e5-a3f1-2b1b6534bfa1" providerId="ADAL" clId="{379A5B87-25E1-5348-95A2-478E7DA8A570}" dt="2026-10-15T18:31:34.343" v="1219"/>
        <pc:sldMkLst>
          <pc:docMk/>
          <pc:sldMk cId="2397733705" sldId="881"/>
        </pc:sldMkLst>
      </pc:sldChg>
      <pc:sldChg chg="modSp add mod">
        <pc:chgData name="Baus, Peter" userId="4d3875e6-947b-47e5-a3f1-2b1b6534bfa1" providerId="ADAL" clId="{379A5B87-25E1-5348-95A2-478E7DA8A570}" dt="2026-10-15T18:34:36.566" v="1238" actId="26606"/>
        <pc:sldMkLst>
          <pc:docMk/>
          <pc:sldMk cId="2897933646" sldId="882"/>
        </pc:sldMkLst>
        <pc:spChg chg="mod">
          <ac:chgData name="Baus, Peter" userId="4d3875e6-947b-47e5-a3f1-2b1b6534bfa1" providerId="ADAL" clId="{379A5B87-25E1-5348-95A2-478E7DA8A570}" dt="2026-10-15T18:34:36.566" v="1238" actId="26606"/>
          <ac:spMkLst>
            <pc:docMk/>
            <pc:sldMk cId="2897933646" sldId="882"/>
            <ac:spMk id="7" creationId="{00000000-0000-0000-0000-000000000000}"/>
          </ac:spMkLst>
        </pc:spChg>
        <pc:spChg chg="mod">
          <ac:chgData name="Baus, Peter" userId="4d3875e6-947b-47e5-a3f1-2b1b6534bfa1" providerId="ADAL" clId="{379A5B87-25E1-5348-95A2-478E7DA8A570}" dt="2026-10-15T18:34:36.566" v="1238" actId="26606"/>
          <ac:spMkLst>
            <pc:docMk/>
            <pc:sldMk cId="2897933646" sldId="882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10/13/26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426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426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966C9-DDE1-90EC-9EE4-90BE20634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2E059-28AB-684E-91BD-97780C9A2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3DDEB-D68B-0D48-8A09-181F670F0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6AE1E-F1A3-C12D-658F-7EE8E0E59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17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535CC-08F5-5CC8-9756-285D99AF4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8FA5A-B8E9-D003-E646-62A8E92B4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76D46-8A3C-0998-D185-74CAED3DB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44BA5-F16B-5A50-D4F4-9FA97D912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53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00E1-F3B6-CAB7-B156-4A46FF3C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3DC51-1E3B-71E9-FE6A-D186102C0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56A95-AA5A-8A53-E50D-73055EBBD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62DB0-03BE-FAD3-6DC4-828CE8D85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643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146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60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lvl="0" indent="-1127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Ensure the titles</a:t>
            </a:r>
            <a:r>
              <a:rPr lang="en-US" baseline="0" dirty="0"/>
              <a:t> are not duplicated. Please check the set of best practices.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49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494AA491-F1F8-4D38-B722-DB2F38B1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608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>
            <a:extLst>
              <a:ext uri="{FF2B5EF4-FFF2-40B4-BE49-F238E27FC236}">
                <a16:creationId xmlns:a16="http://schemas.microsoft.com/office/drawing/2014/main" id="{0D82E30B-4E95-4B73-9014-71990AE21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 descr="Background image placeholder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6" name="GTS_WH">
            <a:extLst>
              <a:ext uri="{FF2B5EF4-FFF2-40B4-BE49-F238E27FC236}">
                <a16:creationId xmlns:a16="http://schemas.microsoft.com/office/drawing/2014/main" id="{5820492B-C4D2-42F2-B2B8-CB1CE70F8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>
            <a:extLst>
              <a:ext uri="{FF2B5EF4-FFF2-40B4-BE49-F238E27FC236}">
                <a16:creationId xmlns:a16="http://schemas.microsoft.com/office/drawing/2014/main" id="{C703F910-26EC-4B07-B522-B28DEB82C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>
            <a:extLst>
              <a:ext uri="{FF2B5EF4-FFF2-40B4-BE49-F238E27FC236}">
                <a16:creationId xmlns:a16="http://schemas.microsoft.com/office/drawing/2014/main" id="{C6212C50-BB96-4C0C-BC89-2B3C80821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305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>
            <a:extLst>
              <a:ext uri="{FF2B5EF4-FFF2-40B4-BE49-F238E27FC236}">
                <a16:creationId xmlns:a16="http://schemas.microsoft.com/office/drawing/2014/main" id="{1A7501AC-E717-4CB3-89D9-DEE7B06E1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 descr="Background image placeholder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 descr="Background image placeholder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>
            <a:extLst>
              <a:ext uri="{FF2B5EF4-FFF2-40B4-BE49-F238E27FC236}">
                <a16:creationId xmlns:a16="http://schemas.microsoft.com/office/drawing/2014/main" id="{BA79480B-BE6F-49EC-829D-D8AF858AB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501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 descr="Background image placeholder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659D61A8-47A5-47C2-A85A-BCCCBE83C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>
            <a:extLst>
              <a:ext uri="{FF2B5EF4-FFF2-40B4-BE49-F238E27FC236}">
                <a16:creationId xmlns:a16="http://schemas.microsoft.com/office/drawing/2014/main" id="{35D3F8C8-B2E5-431B-9639-9F0553086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 descr="Background image placeholder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99A6723-3F53-4981-840E-D1D62874F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 descr="Background image placeholder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749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10" name="Logo_BL">
            <a:extLst>
              <a:ext uri="{FF2B5EF4-FFF2-40B4-BE49-F238E27FC236}">
                <a16:creationId xmlns:a16="http://schemas.microsoft.com/office/drawing/2014/main" id="{854C139D-5D17-4D1A-87BD-07B345E2E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96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9" name="Logo_BL">
            <a:extLst>
              <a:ext uri="{FF2B5EF4-FFF2-40B4-BE49-F238E27FC236}">
                <a16:creationId xmlns:a16="http://schemas.microsoft.com/office/drawing/2014/main" id="{1C5BF709-3623-4620-9FF0-B8F8076A8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884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9" name="Logo_BL">
            <a:extLst>
              <a:ext uri="{FF2B5EF4-FFF2-40B4-BE49-F238E27FC236}">
                <a16:creationId xmlns:a16="http://schemas.microsoft.com/office/drawing/2014/main" id="{8D3E8DD1-C700-46AC-AA94-9072B0F31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72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 descr="Background image placeholder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10" name="Logo_BL">
            <a:extLst>
              <a:ext uri="{FF2B5EF4-FFF2-40B4-BE49-F238E27FC236}">
                <a16:creationId xmlns:a16="http://schemas.microsoft.com/office/drawing/2014/main" id="{854C139D-5D17-4D1A-87BD-07B345E2E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9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 descr="Background image placeholder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D1DFCC-5489-470C-84F4-93032F096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4B2379EA-B598-42DD-B03E-5C4FC1D46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2908D-FE7A-409F-96E0-F76496E0AEE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C2DC6-0D70-4ECC-8C2A-505C0DF74E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10E4A9F6-69CC-44B2-8829-73A0CF34531E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4" name="GTS_WH">
            <a:extLst>
              <a:ext uri="{FF2B5EF4-FFF2-40B4-BE49-F238E27FC236}">
                <a16:creationId xmlns:a16="http://schemas.microsoft.com/office/drawing/2014/main" id="{3FC0722F-C643-4988-96E8-F00519CB3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8A76B-35DC-4CD0-9B64-E6445B970A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73E20-C280-4284-B7AB-92055827F39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3170421-D79B-464A-9A8C-A0316FA30C4E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16898D-3DD4-439C-B43F-558C1FDD3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lvl="0"/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C5173724-68B6-47CD-B850-71B1407EE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E5B90-4286-46DF-9CB2-12D5A27204D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CE562-899C-4C5A-816C-71ABF31F950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AAB1FC48-6FF2-4DF0-A1E8-7D20271BA0C4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Arial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8795B8-E589-4704-B9F6-186E9CAEF259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BC065-6546-4CE4-8183-679F816B110B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FE7B5-113D-607F-0436-B225412420EC}"/>
              </a:ext>
            </a:extLst>
          </p:cNvPr>
          <p:cNvSpPr txBox="1"/>
          <p:nvPr userDrawn="1"/>
        </p:nvSpPr>
        <p:spPr>
          <a:xfrm>
            <a:off x="9652000" y="65938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SK" noProof="0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1205C-E5D8-4455-9040-F4FEE554CC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7563E4-420A-4EC3-AED5-77135642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D4A1EE-B7FB-428D-BD02-184A08F79C5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E1CB64-27CC-4E12-82A4-8B66EDB5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5661EF6F-53F5-40AE-A9CC-4BBBD6934EF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2023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97FE1C4-32AF-44A4-B19B-5C1F2B13A54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88C0D-23AC-495A-B4CE-EB6DF996B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D69F5-9E5A-4FAC-90B9-89F16A54EE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C30EDB-C2C1-4B0E-9D02-8B6D247C21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FE174-0F55-4597-8F3A-629419D4344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DBCE9-8212-4D93-8C81-E86B6B4B7B5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B2E11-4696-4FDE-9DC3-B167D7988BD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47238-67FB-43BE-97AC-502F605CDE0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F3E9CE-E072-4142-A0BC-7C6002C9012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22611-C329-4617-BBCC-393D89E850C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EC29D-3C28-4D63-906E-68268BE121B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ABB420-12E8-406E-9032-8C9056F80CC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9" name="Content Placeholder 14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9C20A-1215-487B-9085-FF6EB58DB12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A5FD-5FEE-49E1-A3E6-F577D446D28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437F06-726A-47F8-B718-1F5880FD2F65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B7501-4E56-4CBE-A628-F452CA56242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4D16F-EDFA-49D0-AB07-EE8B54A3F2A2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9B7FF-F939-45E8-92F6-E0B98ABFE26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50040-0FCD-4115-974B-13FFF68A3D0F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ED851-D4EB-41C0-9741-C70EF699EB03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74B1D-49FD-4C6F-8997-70043D53C33A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54A41-F96C-442A-8678-25D944450D1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814ABB00-93FB-4728-9888-3F093522D56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2023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6" name="Picture Placeholder 5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8" name="Picture Placeholder 7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78" name="Text Placeholder 10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1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A35587-2AAE-42D4-9703-F20AEC62B97B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4A210-1A1B-4A39-8FF0-2BD161755B05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FE362-E517-4C31-8540-B63C3C73029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BF8AE-B319-46CE-B9D4-5F3F7D84F7D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DF76F3D-8478-42E9-8211-3C748AB2A6D4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2023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Place sub-headline </a:t>
            </a:r>
            <a:r>
              <a:rPr lang="en-GB" dirty="0"/>
              <a:t>here 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9742AFA2-2F86-4FC9-AB33-FE5A8DC3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603EF-49CE-4CE1-A4BF-0DE88D31A54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76A04-F2BE-410E-AF08-FD7B2C5BBA0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D5B05B1F-F0D6-4FFA-93DF-9FEAF31FD407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2023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EC351F-4E03-4DD9-BDD2-C1B9C93700A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5F4B7C-4716-4CA3-BA67-A95A0D4D983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F127B-C120-4566-99AF-22CED892A22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198AE-9B8D-4E90-B33D-8E1B2536A2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E8781F80-F3D9-42F9-B6EE-F6DC303E0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BE689-8105-442A-BADD-4EA4BDB006AF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EE606-59EC-413D-AF0B-FDADE80DA5D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F557D613-1DE0-46B8-A325-509FA33EA775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8774BCE-242F-4FF9-9C01-D01B97743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63AFF-AFA6-4105-AF15-F0521152F5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987C4-6C82-49EC-8AE1-A18DEF4F6C4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BFB6C1EA-98CF-4815-AD1C-95B925E3E48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2FF57A0A-C5DD-42B6-8DD3-E5EA041C7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A2522-F2A7-43CD-9C90-A9AF9E1A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7AAA2-9CF2-4699-99E9-6425ED255B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A4F7D542-2278-43F7-B315-8CC6F6A19689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2023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>
            <a:extLst>
              <a:ext uri="{FF2B5EF4-FFF2-40B4-BE49-F238E27FC236}">
                <a16:creationId xmlns:a16="http://schemas.microsoft.com/office/drawing/2014/main" id="{B0B0C095-6C73-4899-AD8E-8F75768CF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FEA5C-7F7F-44B3-97C4-15A6CC3B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57227-4BDE-4F81-B57A-35690D2BA8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C940DF1-8E9E-4124-A47C-DC81AF607462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AE479463-B4C9-4B9A-BE8B-62B5B9CF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6B7AA-44CB-4B65-9743-3795B186F46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2F525-89B7-4207-98D8-EA36D4C1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367D3B2F-2898-4DCE-B62E-6F5D41CDD8DC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2023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F4245-7C75-4301-91F9-9582BAEB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D4FC6-A294-4050-ADDC-298E9AE50B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24C566-F2EE-4610-9BF8-28A0F14B2EF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8B34EF-36A4-458F-A633-AE9FB2B594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74F34-7BEB-43FC-99F1-03111678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820CB-21C9-4239-8C33-D5661D7F60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GTS_Purple">
            <a:extLst>
              <a:ext uri="{FF2B5EF4-FFF2-40B4-BE49-F238E27FC236}">
                <a16:creationId xmlns:a16="http://schemas.microsoft.com/office/drawing/2014/main" id="{AE0355C2-058C-4310-9508-BCC0F498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4425035-2A5F-447D-9C37-9ED0372270F7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2875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728" r:id="rId5"/>
    <p:sldLayoutId id="2147483733" r:id="rId6"/>
    <p:sldLayoutId id="2147483730" r:id="rId7"/>
    <p:sldLayoutId id="2147483681" r:id="rId8"/>
    <p:sldLayoutId id="2147483732" r:id="rId9"/>
    <p:sldLayoutId id="2147483731" r:id="rId10"/>
    <p:sldLayoutId id="2147483750" r:id="rId11"/>
    <p:sldLayoutId id="2147483649" r:id="rId12"/>
    <p:sldLayoutId id="2147483759" r:id="rId13"/>
    <p:sldLayoutId id="2147483760" r:id="rId14"/>
    <p:sldLayoutId id="2147483746" r:id="rId15"/>
    <p:sldLayoutId id="2147483751" r:id="rId16"/>
    <p:sldLayoutId id="2147483752" r:id="rId17"/>
    <p:sldLayoutId id="2147483748" r:id="rId18"/>
    <p:sldLayoutId id="2147483651" r:id="rId19"/>
    <p:sldLayoutId id="2147483721" r:id="rId20"/>
    <p:sldLayoutId id="2147483739" r:id="rId21"/>
    <p:sldLayoutId id="2147483737" r:id="rId22"/>
    <p:sldLayoutId id="2147483742" r:id="rId23"/>
    <p:sldLayoutId id="2147483724" r:id="rId24"/>
    <p:sldLayoutId id="2147483723" r:id="rId25"/>
    <p:sldLayoutId id="2147483725" r:id="rId26"/>
    <p:sldLayoutId id="2147483755" r:id="rId27"/>
    <p:sldLayoutId id="2147483757" r:id="rId28"/>
    <p:sldLayoutId id="2147483673" r:id="rId29"/>
    <p:sldLayoutId id="2147483653" r:id="rId30"/>
    <p:sldLayoutId id="2147483722" r:id="rId31"/>
    <p:sldLayoutId id="2147483693" r:id="rId32"/>
    <p:sldLayoutId id="2147483701" r:id="rId33"/>
    <p:sldLayoutId id="2147483668" r:id="rId34"/>
    <p:sldLayoutId id="2147483707" r:id="rId35"/>
    <p:sldLayoutId id="2147483714" r:id="rId36"/>
    <p:sldLayoutId id="2147483657" r:id="rId37"/>
    <p:sldLayoutId id="2147483679" r:id="rId38"/>
    <p:sldLayoutId id="2147483661" r:id="rId39"/>
    <p:sldLayoutId id="2147483754" r:id="rId40"/>
    <p:sldLayoutId id="2147483678" r:id="rId41"/>
    <p:sldLayoutId id="2147483663" r:id="rId42"/>
    <p:sldLayoutId id="2147483667" r:id="rId43"/>
    <p:sldLayoutId id="2147483726" r:id="rId44"/>
    <p:sldLayoutId id="2147483688" r:id="rId45"/>
    <p:sldLayoutId id="2147483655" r:id="rId46"/>
    <p:sldLayoutId id="2147483745" r:id="rId47"/>
    <p:sldLayoutId id="2147483741" r:id="rId4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slava.sk/2026/#/workshops" TargetMode="External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34DD-1D38-51B2-C9B9-2188C761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163652"/>
            <a:ext cx="7040753" cy="3168202"/>
          </a:xfrm>
        </p:spPr>
        <p:txBody>
          <a:bodyPr/>
          <a:lstStyle/>
          <a:p>
            <a:r>
              <a:rPr lang="en-SK" cap="all"/>
              <a:t>AI Agents, MCP and Real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3CE4F-6480-A32D-BA92-9DDC2D1A6471}"/>
              </a:ext>
            </a:extLst>
          </p:cNvPr>
          <p:cNvSpPr txBox="1"/>
          <p:nvPr/>
        </p:nvSpPr>
        <p:spPr>
          <a:xfrm>
            <a:off x="380999" y="5486400"/>
            <a:ext cx="2539622" cy="102358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400" noProof="0"/>
              <a:t>Diana Kuklova</a:t>
            </a:r>
          </a:p>
          <a:p>
            <a:pPr algn="l" defTabSz="228600">
              <a:spcAft>
                <a:spcPts val="1200"/>
              </a:spcAft>
            </a:pPr>
            <a:r>
              <a:rPr lang="en-SK" sz="2400"/>
              <a:t>Peter Baus</a:t>
            </a:r>
            <a:endParaRPr lang="en-SK" sz="2400" noProof="0" dirty="0"/>
          </a:p>
        </p:txBody>
      </p:sp>
    </p:spTree>
    <p:extLst>
      <p:ext uri="{BB962C8B-B14F-4D97-AF65-F5344CB8AC3E}">
        <p14:creationId xmlns:p14="http://schemas.microsoft.com/office/powerpoint/2010/main" val="45400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Fun</a:t>
            </a:r>
            <a:r>
              <a:rPr lang="en-GB"/>
              <a:t> fact</a:t>
            </a:r>
          </a:p>
        </p:txBody>
      </p:sp>
      <p:sp>
        <p:nvSpPr>
          <p:cNvPr id="3" name="Fun Fact Card"/>
          <p:cNvSpPr/>
          <p:nvPr/>
        </p:nvSpPr>
        <p:spPr>
          <a:xfrm>
            <a:off x="381030" y="1600200"/>
            <a:ext cx="11430000" cy="42062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2700000" scaled="0"/>
          </a:gra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Chevron Accent"/>
          <p:cNvSpPr/>
          <p:nvPr/>
        </p:nvSpPr>
        <p:spPr>
          <a:xfrm>
            <a:off x="10789920" y="1783080"/>
            <a:ext cx="731520" cy="731520"/>
          </a:xfrm>
          <a:prstGeom prst="chevron">
            <a:avLst>
              <a:gd name="adj" fmla="val 60000"/>
            </a:avLst>
          </a:prstGeom>
          <a:noFill/>
          <a:ln w="38100">
            <a:solidFill>
              <a:srgbClr val="A100FF"/>
            </a:solidFill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Exclamation Circle"/>
          <p:cNvSpPr/>
          <p:nvPr/>
        </p:nvSpPr>
        <p:spPr>
          <a:xfrm>
            <a:off x="731520" y="2560320"/>
            <a:ext cx="2286000" cy="2286000"/>
          </a:xfrm>
          <a:prstGeom prst="ellipse">
            <a:avLst/>
          </a:prstGeom>
          <a:solidFill>
            <a:srgbClr val="A100FF"/>
          </a:solidFill>
          <a:ln w="76200">
            <a:solidFill>
              <a:srgbClr val="DCAFFF"/>
            </a:solidFill>
          </a:ln>
        </p:spPr>
        <p:txBody>
          <a:bodyPr lIns="0" tIns="0" rIns="0" bIns="0" rtlCol="0" anchor="ctr"/>
          <a:lstStyle/>
          <a:p>
            <a:pPr algn="ctr"/>
            <a:endParaRPr lang="en-GB" sz="115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Fun Fact Tag"/>
          <p:cNvSpPr/>
          <p:nvPr/>
        </p:nvSpPr>
        <p:spPr>
          <a:xfrm>
            <a:off x="3474720" y="2103120"/>
            <a:ext cx="3158092" cy="45720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600" b="1" spc="100">
                <a:solidFill>
                  <a:srgbClr val="000000"/>
                </a:solidFill>
              </a:rPr>
              <a:t>DID YOU KNOW?</a:t>
            </a:r>
          </a:p>
        </p:txBody>
      </p:sp>
      <p:sp>
        <p:nvSpPr>
          <p:cNvPr id="7" name="Fact Headline"/>
          <p:cNvSpPr txBox="1"/>
          <p:nvPr/>
        </p:nvSpPr>
        <p:spPr>
          <a:xfrm>
            <a:off x="3474720" y="2651760"/>
            <a:ext cx="8046720" cy="73152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Being rude to AI scored higher accuracy</a:t>
            </a:r>
          </a:p>
        </p:txBody>
      </p:sp>
      <p:sp>
        <p:nvSpPr>
          <p:cNvPr id="8" name="Fact Subline"/>
          <p:cNvSpPr txBox="1"/>
          <p:nvPr/>
        </p:nvSpPr>
        <p:spPr>
          <a:xfrm>
            <a:off x="3474720" y="3474720"/>
            <a:ext cx="8046720" cy="4572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r>
              <a:rPr lang="en-GB" sz="2000">
                <a:solidFill>
                  <a:srgbClr val="DCAFFF"/>
                </a:solidFill>
              </a:rPr>
              <a:t>Same test questions, only the tone of the prompt changed:</a:t>
            </a:r>
          </a:p>
        </p:txBody>
      </p:sp>
      <p:sp>
        <p:nvSpPr>
          <p:cNvPr id="9" name="Explore Pill"/>
          <p:cNvSpPr/>
          <p:nvPr/>
        </p:nvSpPr>
        <p:spPr>
          <a:xfrm>
            <a:off x="3474720" y="3977639"/>
            <a:ext cx="3108960" cy="1234440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GB" sz="3600" b="1">
                <a:solidFill>
                  <a:srgbClr val="000000"/>
                </a:solidFill>
              </a:rPr>
              <a:t>80.8 %</a:t>
            </a:r>
          </a:p>
          <a:p>
            <a:pPr algn="ctr"/>
            <a:r>
              <a:rPr lang="en-GB" sz="1600">
                <a:solidFill>
                  <a:srgbClr val="000000"/>
                </a:solidFill>
              </a:rPr>
              <a:t>Very polite prompts</a:t>
            </a:r>
          </a:p>
        </p:txBody>
      </p:sp>
      <p:sp>
        <p:nvSpPr>
          <p:cNvPr id="10" name="Plan Pill"/>
          <p:cNvSpPr/>
          <p:nvPr/>
        </p:nvSpPr>
        <p:spPr>
          <a:xfrm>
            <a:off x="6858000" y="3977639"/>
            <a:ext cx="3108960" cy="1234440"/>
          </a:xfrm>
          <a:prstGeom prst="roundRect">
            <a:avLst/>
          </a:prstGeom>
          <a:solidFill>
            <a:srgbClr val="64FF50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GB" sz="3600" b="1">
                <a:solidFill>
                  <a:srgbClr val="000000"/>
                </a:solidFill>
              </a:rPr>
              <a:t>84.8 %</a:t>
            </a:r>
          </a:p>
          <a:p>
            <a:pPr algn="ctr"/>
            <a:r>
              <a:rPr lang="en-GB" sz="1600">
                <a:solidFill>
                  <a:srgbClr val="000000"/>
                </a:solidFill>
              </a:rPr>
              <a:t>Very rude prompts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2</a:t>
            </a:fld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0241280" y="3931920"/>
            <a:ext cx="1325880" cy="13258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4F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2200" b="1">
                <a:solidFill>
                  <a:srgbClr val="460073"/>
                </a:solidFill>
              </a:rPr>
              <a:t>+4 pp</a:t>
            </a:r>
          </a:p>
          <a:p>
            <a:pPr algn="ctr"/>
            <a:r>
              <a:rPr sz="1200">
                <a:solidFill>
                  <a:srgbClr val="460073"/>
                </a:solidFill>
              </a:rPr>
              <a:t>for rude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303520"/>
            <a:ext cx="804672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i="1">
                <a:solidFill>
                  <a:srgbClr val="DCAFFF"/>
                </a:solidFill>
              </a:rPr>
              <a:t>Blunt, direct instructions can beat excessive politeness — tone is part of the context.</a:t>
            </a:r>
          </a:p>
        </p:txBody>
      </p:sp>
      <p:pic>
        <p:nvPicPr>
          <p:cNvPr id="16" name="Angry emoji" descr="Angry fac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31" y="2889231"/>
            <a:ext cx="1628178" cy="16281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D057D-1E4F-E4AA-AAFF-35FD57789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40" y="708338"/>
            <a:ext cx="8656320" cy="5447763"/>
          </a:xfrm>
        </p:spPr>
        <p:txBody>
          <a:bodyPr/>
          <a:lstStyle/>
          <a:p>
            <a:r>
              <a:rPr lang="en-SK" dirty="0"/>
              <a:t>Context</a:t>
            </a:r>
            <a:br>
              <a:rPr lang="en-SK" dirty="0"/>
            </a:br>
            <a:br>
              <a:rPr lang="en-SK" dirty="0"/>
            </a:br>
            <a:r>
              <a:rPr lang="en-SK" dirty="0"/>
              <a:t>Skills</a:t>
            </a:r>
            <a:br>
              <a:rPr lang="en-SK" dirty="0"/>
            </a:br>
            <a:br>
              <a:rPr lang="en-SK" dirty="0"/>
            </a:br>
            <a:r>
              <a:rPr lang="en-SK" dirty="0"/>
              <a:t>MCP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B32144-5A0B-DEFB-C59A-8500A9832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D057D-1E4F-E4AA-AAFF-35FD57789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Bring me water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B32144-5A0B-DEFB-C59A-8500A9832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332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7E5B-155D-BFF9-CEDE-70AB7A91969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 descr="16,600+ Ordering A Drink Stock Photos, Pictures &amp; Royalty-Free Images -  iStock | Ordering a drink bar">
            <a:extLst>
              <a:ext uri="{FF2B5EF4-FFF2-40B4-BE49-F238E27FC236}">
                <a16:creationId xmlns:a16="http://schemas.microsoft.com/office/drawing/2014/main" id="{B8E4CAD0-31DC-81A5-3946-8D62EC6924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51" y="1985211"/>
            <a:ext cx="5525749" cy="370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700+ Thirsty Desert People Men Stock Photos, Pictures &amp; Royalty-Free Images  - iStock">
            <a:extLst>
              <a:ext uri="{FF2B5EF4-FFF2-40B4-BE49-F238E27FC236}">
                <a16:creationId xmlns:a16="http://schemas.microsoft.com/office/drawing/2014/main" id="{554EA32E-EB31-B3CA-E5E9-012E3CF8857A}"/>
              </a:ext>
            </a:extLst>
          </p:cNvPr>
          <p:cNvPicPr>
            <a:picLocks noGrp="1" noChangeAspect="1" noChangeArrowheads="1"/>
          </p:cNvPicPr>
          <p:nvPr>
            <p:ph sz="half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762" y="1985211"/>
            <a:ext cx="5582716" cy="370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5">
            <a:extLst>
              <a:ext uri="{FF2B5EF4-FFF2-40B4-BE49-F238E27FC236}">
                <a16:creationId xmlns:a16="http://schemas.microsoft.com/office/drawing/2014/main" id="{87752D7F-DA2B-79A8-FBB0-6B9C503C9A88}"/>
              </a:ext>
            </a:extLst>
          </p:cNvPr>
          <p:cNvSpPr txBox="1">
            <a:spLocks/>
          </p:cNvSpPr>
          <p:nvPr/>
        </p:nvSpPr>
        <p:spPr>
          <a:xfrm>
            <a:off x="381000" y="381000"/>
            <a:ext cx="11430000" cy="800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Context is </a:t>
            </a:r>
            <a:r>
              <a:rPr lang="en-GB" dirty="0">
                <a:solidFill>
                  <a:schemeClr val="accent1"/>
                </a:solidFill>
              </a:rPr>
              <a:t>most important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46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4478-BA5F-B476-EFF9-ACBE9F05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8B794-A732-02A2-4D98-7947B31A701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ABF1B439-657D-A17B-CF38-7744FF4ED40E}"/>
              </a:ext>
            </a:extLst>
          </p:cNvPr>
          <p:cNvSpPr txBox="1">
            <a:spLocks/>
          </p:cNvSpPr>
          <p:nvPr/>
        </p:nvSpPr>
        <p:spPr>
          <a:xfrm>
            <a:off x="381000" y="381000"/>
            <a:ext cx="11430000" cy="800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Context is </a:t>
            </a:r>
            <a:r>
              <a:rPr lang="en-GB" dirty="0">
                <a:solidFill>
                  <a:schemeClr val="accent1"/>
                </a:solidFill>
              </a:rPr>
              <a:t>most important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2052" name="Picture 4" descr="Newborn Crying: What It Means and How to Handle It">
            <a:extLst>
              <a:ext uri="{FF2B5EF4-FFF2-40B4-BE49-F238E27FC236}">
                <a16:creationId xmlns:a16="http://schemas.microsoft.com/office/drawing/2014/main" id="{9DCDB9F2-EC8A-E8D4-8C99-739FAA69A7F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00504"/>
            <a:ext cx="5524500" cy="367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ow To Save Wild Baby Animals? Keep Them Warm - The Dodo">
            <a:extLst>
              <a:ext uri="{FF2B5EF4-FFF2-40B4-BE49-F238E27FC236}">
                <a16:creationId xmlns:a16="http://schemas.microsoft.com/office/drawing/2014/main" id="{BB0D8956-6B37-BF3F-67DE-67F005D8FBDB}"/>
              </a:ext>
            </a:extLst>
          </p:cNvPr>
          <p:cNvPicPr>
            <a:picLocks noGrp="1" noChangeAspect="1" noChangeArrowheads="1"/>
          </p:cNvPicPr>
          <p:nvPr>
            <p:ph sz="half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035" y="2213811"/>
            <a:ext cx="5339315" cy="307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7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BF336-3A88-A614-8487-74B28D843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B3075-C68E-8F3F-8AB3-58D0DFE1503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6B073911-7652-206C-B14D-2DD478884EC3}"/>
              </a:ext>
            </a:extLst>
          </p:cNvPr>
          <p:cNvSpPr txBox="1">
            <a:spLocks/>
          </p:cNvSpPr>
          <p:nvPr/>
        </p:nvSpPr>
        <p:spPr>
          <a:xfrm>
            <a:off x="381000" y="381000"/>
            <a:ext cx="11430000" cy="800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Context is </a:t>
            </a:r>
            <a:r>
              <a:rPr lang="en-GB" dirty="0">
                <a:solidFill>
                  <a:schemeClr val="accent1"/>
                </a:solidFill>
              </a:rPr>
              <a:t>most important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20 Essential Tips on Watering your Houseplants – Ugaoo">
            <a:extLst>
              <a:ext uri="{FF2B5EF4-FFF2-40B4-BE49-F238E27FC236}">
                <a16:creationId xmlns:a16="http://schemas.microsoft.com/office/drawing/2014/main" id="{F322957A-54B1-5205-B5F6-6309A548C9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9244"/>
            <a:ext cx="5524500" cy="402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ue to scarcity of water supply around Kibera slums, A man uses a bucket of  soil to put out the fire that occurred on the late evening of October 06,  2017. #reportagespotlight #">
            <a:extLst>
              <a:ext uri="{FF2B5EF4-FFF2-40B4-BE49-F238E27FC236}">
                <a16:creationId xmlns:a16="http://schemas.microsoft.com/office/drawing/2014/main" id="{92BDF083-2EDA-AA49-0F40-19921D89BAAA}"/>
              </a:ext>
            </a:extLst>
          </p:cNvPr>
          <p:cNvPicPr>
            <a:picLocks noGrp="1" noChangeAspect="1" noChangeArrowheads="1"/>
          </p:cNvPicPr>
          <p:nvPr>
            <p:ph sz="half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000504"/>
            <a:ext cx="5524500" cy="367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365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CCAB1-63D0-3C91-4E33-981454C9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2B69B-0FF4-5F10-05CA-B7072456C1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265BB263-FD82-F8D7-E474-0101F4C8007F}"/>
              </a:ext>
            </a:extLst>
          </p:cNvPr>
          <p:cNvSpPr txBox="1">
            <a:spLocks/>
          </p:cNvSpPr>
          <p:nvPr/>
        </p:nvSpPr>
        <p:spPr>
          <a:xfrm>
            <a:off x="381000" y="381000"/>
            <a:ext cx="11430000" cy="8001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Context is </a:t>
            </a:r>
            <a:r>
              <a:rPr lang="en-GB" dirty="0">
                <a:solidFill>
                  <a:schemeClr val="accent1"/>
                </a:solidFill>
              </a:rPr>
              <a:t>most important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6690A6-A156-B400-1F77-1A3687966B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SK"/>
          </a:p>
        </p:txBody>
      </p:sp>
      <p:pic>
        <p:nvPicPr>
          <p:cNvPr id="3" name="Picture 2" descr="75,300+ Lab Work Student Stock Photos, Pictures &amp; Royalty ...">
            <a:extLst>
              <a:ext uri="{FF2B5EF4-FFF2-40B4-BE49-F238E27FC236}">
                <a16:creationId xmlns:a16="http://schemas.microsoft.com/office/drawing/2014/main" id="{5CB143F5-71F6-A026-672D-D5FC7E3C9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2229805"/>
            <a:ext cx="5524499" cy="310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DE24B-9EC4-2DEE-2A7C-FD4FDD1C4FCC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endParaRPr lang="en-SK"/>
          </a:p>
        </p:txBody>
      </p:sp>
      <p:pic>
        <p:nvPicPr>
          <p:cNvPr id="7" name="Picture 4" descr="Mix Concrete Images – Browse 136,360 Stock Photos, Vectors ...">
            <a:extLst>
              <a:ext uri="{FF2B5EF4-FFF2-40B4-BE49-F238E27FC236}">
                <a16:creationId xmlns:a16="http://schemas.microsoft.com/office/drawing/2014/main" id="{F671E5B8-83BB-56A2-EED7-7FD822BB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1679251"/>
            <a:ext cx="5531663" cy="421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51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FBC72-D7AA-414E-90D0-13396EC61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92D6-2085-161A-96A8-B8042FBCB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Context engineering is getting the most out of today’s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CB6466-04DB-2B58-399E-B521EC1470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3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164BB-E1A4-B162-BE27-8496A6CD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77375"/>
            <a:ext cx="11430000" cy="2103249"/>
          </a:xfrm>
        </p:spPr>
        <p:txBody>
          <a:bodyPr/>
          <a:lstStyle/>
          <a:p>
            <a:pPr algn="ctr"/>
            <a:r>
              <a:rPr lang="en-SK" dirty="0"/>
              <a:t>LLMs are stateless,</a:t>
            </a:r>
            <a:br>
              <a:rPr lang="en-SK" dirty="0"/>
            </a:br>
            <a:r>
              <a:rPr lang="en-SK" dirty="0"/>
              <a:t>so the only way </a:t>
            </a:r>
            <a:br>
              <a:rPr lang="en-SK" dirty="0"/>
            </a:br>
            <a:r>
              <a:rPr lang="en-SK" dirty="0"/>
              <a:t>how to improve performance</a:t>
            </a:r>
            <a:br>
              <a:rPr lang="en-SK" dirty="0"/>
            </a:br>
            <a:r>
              <a:rPr lang="en-SK" dirty="0"/>
              <a:t>is to change context.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432D8-5CFE-0407-CE3B-9A5174DC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671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C2DD0-8F3B-2A8D-D041-2F8665B6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4476-C144-D86B-D9D3-3378B2DF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Context engineering is magic spell 🪄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80BE32-420A-55EC-55C9-B543ACFD19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332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186E99B-BBE5-7C25-9D18-F84FED914D1C}"/>
              </a:ext>
            </a:extLst>
          </p:cNvPr>
          <p:cNvSpPr/>
          <p:nvPr/>
        </p:nvSpPr>
        <p:spPr>
          <a:xfrm>
            <a:off x="2536556" y="87278"/>
            <a:ext cx="3755756" cy="6696000"/>
          </a:xfrm>
          <a:prstGeom prst="roundRect">
            <a:avLst>
              <a:gd name="adj" fmla="val 6591"/>
            </a:avLst>
          </a:prstGeom>
          <a:noFill/>
          <a:ln w="381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78931-214D-58AE-3FD6-37C8752A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78A0CC-89AF-4072-C7A7-BD8549E9E375}"/>
              </a:ext>
            </a:extLst>
          </p:cNvPr>
          <p:cNvSpPr/>
          <p:nvPr/>
        </p:nvSpPr>
        <p:spPr>
          <a:xfrm>
            <a:off x="2712203" y="232475"/>
            <a:ext cx="3383797" cy="5777103"/>
          </a:xfrm>
          <a:prstGeom prst="roundRect">
            <a:avLst>
              <a:gd name="adj" fmla="val 6591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EB385B-BC8E-829A-A8AC-90FEBE4B1496}"/>
              </a:ext>
            </a:extLst>
          </p:cNvPr>
          <p:cNvSpPr/>
          <p:nvPr/>
        </p:nvSpPr>
        <p:spPr>
          <a:xfrm>
            <a:off x="2975675" y="433953"/>
            <a:ext cx="2944678" cy="34096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S</a:t>
            </a:r>
            <a:r>
              <a:rPr lang="en-SK" sz="1400" dirty="0">
                <a:solidFill>
                  <a:sysClr val="windowText" lastClr="000000"/>
                </a:solidFill>
              </a:rPr>
              <a:t>ystem prompt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6A064B-4BD1-FE02-F8A3-F354B996A394}"/>
              </a:ext>
            </a:extLst>
          </p:cNvPr>
          <p:cNvSpPr/>
          <p:nvPr/>
        </p:nvSpPr>
        <p:spPr>
          <a:xfrm>
            <a:off x="2975675" y="821410"/>
            <a:ext cx="2944678" cy="34096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 err="1">
                <a:solidFill>
                  <a:sysClr val="windowText" lastClr="000000"/>
                </a:solidFill>
              </a:rPr>
              <a:t>AGENTS.md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546D14-76C1-0521-C557-4AE61DF6F6EA}"/>
              </a:ext>
            </a:extLst>
          </p:cNvPr>
          <p:cNvSpPr/>
          <p:nvPr/>
        </p:nvSpPr>
        <p:spPr>
          <a:xfrm>
            <a:off x="2975675" y="1224364"/>
            <a:ext cx="2944678" cy="34096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MCP tools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655839B-50D2-3E15-FD04-3792F811C117}"/>
              </a:ext>
            </a:extLst>
          </p:cNvPr>
          <p:cNvSpPr/>
          <p:nvPr/>
        </p:nvSpPr>
        <p:spPr>
          <a:xfrm>
            <a:off x="2975675" y="1627318"/>
            <a:ext cx="2944678" cy="712926"/>
          </a:xfrm>
          <a:prstGeom prst="roundRect">
            <a:avLst/>
          </a:prstGeom>
          <a:solidFill>
            <a:srgbClr val="64F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User instructions</a:t>
            </a:r>
            <a:br>
              <a:rPr lang="en-US" sz="1400" dirty="0">
                <a:solidFill>
                  <a:sysClr val="windowText" lastClr="000000"/>
                </a:solidFill>
              </a:rPr>
            </a:br>
            <a:r>
              <a:rPr lang="en-US" sz="1400" dirty="0">
                <a:solidFill>
                  <a:sysClr val="windowText" lastClr="000000"/>
                </a:solidFill>
              </a:rPr>
              <a:t>Go and build something cool…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4A7E0C9-C332-E8C7-FEAD-D63BA11A77C1}"/>
              </a:ext>
            </a:extLst>
          </p:cNvPr>
          <p:cNvSpPr/>
          <p:nvPr/>
        </p:nvSpPr>
        <p:spPr>
          <a:xfrm>
            <a:off x="2975675" y="6087067"/>
            <a:ext cx="2944678" cy="604125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Reserved for output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BF7E21-E215-01DB-7FC3-720F4E67A23E}"/>
              </a:ext>
            </a:extLst>
          </p:cNvPr>
          <p:cNvSpPr/>
          <p:nvPr/>
        </p:nvSpPr>
        <p:spPr>
          <a:xfrm>
            <a:off x="2975675" y="5587363"/>
            <a:ext cx="2944678" cy="340962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Reserved for </a:t>
            </a:r>
            <a:r>
              <a:rPr lang="en-US" sz="1400" dirty="0" err="1">
                <a:solidFill>
                  <a:sysClr val="windowText" lastClr="000000"/>
                </a:solidFill>
              </a:rPr>
              <a:t>autocompact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460DB-B464-4C85-F772-E858EB8854DF}"/>
              </a:ext>
            </a:extLst>
          </p:cNvPr>
          <p:cNvSpPr txBox="1"/>
          <p:nvPr/>
        </p:nvSpPr>
        <p:spPr>
          <a:xfrm>
            <a:off x="1332854" y="6238224"/>
            <a:ext cx="1193369" cy="352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dirty="0"/>
              <a:t>32</a:t>
            </a:r>
            <a:r>
              <a:rPr lang="en-SK" noProof="0" dirty="0"/>
              <a:t>k tokens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2D72B0-F2E9-DE39-64A7-14C8F204F7A2}"/>
              </a:ext>
            </a:extLst>
          </p:cNvPr>
          <p:cNvSpPr txBox="1"/>
          <p:nvPr/>
        </p:nvSpPr>
        <p:spPr>
          <a:xfrm>
            <a:off x="1332853" y="5657193"/>
            <a:ext cx="1193369" cy="352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dirty="0"/>
              <a:t>32</a:t>
            </a:r>
            <a:r>
              <a:rPr lang="en-SK" noProof="0" dirty="0"/>
              <a:t>k tokens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5A08C9-3B47-8171-2EBA-580ABC86B50A}"/>
              </a:ext>
            </a:extLst>
          </p:cNvPr>
          <p:cNvSpPr txBox="1"/>
          <p:nvPr/>
        </p:nvSpPr>
        <p:spPr>
          <a:xfrm>
            <a:off x="7505700" y="3086100"/>
            <a:ext cx="1371600" cy="381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noProof="0" dirty="0"/>
              <a:t>168k tokens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616128-1DEE-8207-91C2-81AC1204CAF1}"/>
              </a:ext>
            </a:extLst>
          </p:cNvPr>
          <p:cNvCxnSpPr/>
          <p:nvPr/>
        </p:nvCxnSpPr>
        <p:spPr>
          <a:xfrm flipH="1" flipV="1">
            <a:off x="6413500" y="232475"/>
            <a:ext cx="1066800" cy="281552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1D9196-9EFE-16F3-CB94-946B0E6BA5B2}"/>
              </a:ext>
            </a:extLst>
          </p:cNvPr>
          <p:cNvCxnSpPr>
            <a:cxnSpLocks/>
          </p:cNvCxnSpPr>
          <p:nvPr/>
        </p:nvCxnSpPr>
        <p:spPr>
          <a:xfrm flipH="1">
            <a:off x="6413500" y="3401568"/>
            <a:ext cx="1066800" cy="328962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CE2445-E725-1DAE-03A0-F6421054E136}"/>
              </a:ext>
            </a:extLst>
          </p:cNvPr>
          <p:cNvCxnSpPr/>
          <p:nvPr/>
        </p:nvCxnSpPr>
        <p:spPr>
          <a:xfrm>
            <a:off x="1676400" y="3187700"/>
            <a:ext cx="51816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3F30D89-E0B9-75E2-2FF3-2603489EC0D1}"/>
              </a:ext>
            </a:extLst>
          </p:cNvPr>
          <p:cNvSpPr txBox="1"/>
          <p:nvPr/>
        </p:nvSpPr>
        <p:spPr>
          <a:xfrm>
            <a:off x="5200650" y="3206750"/>
            <a:ext cx="800100" cy="444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800" noProof="0" dirty="0">
                <a:solidFill>
                  <a:schemeClr val="accent1"/>
                </a:solidFill>
              </a:rPr>
              <a:t>40%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93E34A-8903-5417-D1EF-E7E9B2F0CB58}"/>
              </a:ext>
            </a:extLst>
          </p:cNvPr>
          <p:cNvSpPr txBox="1"/>
          <p:nvPr/>
        </p:nvSpPr>
        <p:spPr>
          <a:xfrm>
            <a:off x="3596898" y="2835337"/>
            <a:ext cx="1340603" cy="3523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“s</a:t>
            </a:r>
            <a:r>
              <a:rPr lang="en-SK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mart zone”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BC90F-AE3E-FFB4-F236-E264562ED94F}"/>
              </a:ext>
            </a:extLst>
          </p:cNvPr>
          <p:cNvSpPr txBox="1"/>
          <p:nvPr/>
        </p:nvSpPr>
        <p:spPr>
          <a:xfrm>
            <a:off x="3596898" y="3276600"/>
            <a:ext cx="1340603" cy="3523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“dumb</a:t>
            </a:r>
            <a:r>
              <a:rPr lang="en-SK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zone”</a:t>
            </a:r>
          </a:p>
        </p:txBody>
      </p:sp>
    </p:spTree>
    <p:extLst>
      <p:ext uri="{BB962C8B-B14F-4D97-AF65-F5344CB8AC3E}">
        <p14:creationId xmlns:p14="http://schemas.microsoft.com/office/powerpoint/2010/main" val="31081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5" grpId="0"/>
      <p:bldP spid="23" grpId="0"/>
      <p:bldP spid="24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F4ECE-6150-42E1-57C0-8412624E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DC80A56-8F6C-1696-6753-5212BBA921A9}"/>
              </a:ext>
            </a:extLst>
          </p:cNvPr>
          <p:cNvSpPr/>
          <p:nvPr/>
        </p:nvSpPr>
        <p:spPr>
          <a:xfrm>
            <a:off x="2536556" y="87278"/>
            <a:ext cx="3755756" cy="6696000"/>
          </a:xfrm>
          <a:prstGeom prst="roundRect">
            <a:avLst>
              <a:gd name="adj" fmla="val 6591"/>
            </a:avLst>
          </a:prstGeom>
          <a:noFill/>
          <a:ln w="381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FDB08-2194-00B5-9A2C-30ABF4FA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0EB407E-B110-789D-2FF6-A231E5CC1B45}"/>
              </a:ext>
            </a:extLst>
          </p:cNvPr>
          <p:cNvSpPr/>
          <p:nvPr/>
        </p:nvSpPr>
        <p:spPr>
          <a:xfrm>
            <a:off x="2712203" y="232475"/>
            <a:ext cx="3383797" cy="5777103"/>
          </a:xfrm>
          <a:prstGeom prst="roundRect">
            <a:avLst>
              <a:gd name="adj" fmla="val 6591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8478FC-6CEC-28A9-5577-9120D3BDEC38}"/>
              </a:ext>
            </a:extLst>
          </p:cNvPr>
          <p:cNvSpPr/>
          <p:nvPr/>
        </p:nvSpPr>
        <p:spPr>
          <a:xfrm>
            <a:off x="2975675" y="433953"/>
            <a:ext cx="2944678" cy="34096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S</a:t>
            </a:r>
            <a:r>
              <a:rPr lang="en-SK" sz="1400" dirty="0">
                <a:solidFill>
                  <a:sysClr val="windowText" lastClr="000000"/>
                </a:solidFill>
              </a:rPr>
              <a:t>ystem prompt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5941743-24C2-ABDB-FBEE-A5E016A5A26C}"/>
              </a:ext>
            </a:extLst>
          </p:cNvPr>
          <p:cNvSpPr/>
          <p:nvPr/>
        </p:nvSpPr>
        <p:spPr>
          <a:xfrm>
            <a:off x="2975675" y="821410"/>
            <a:ext cx="2944678" cy="34096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 err="1">
                <a:solidFill>
                  <a:sysClr val="windowText" lastClr="000000"/>
                </a:solidFill>
              </a:rPr>
              <a:t>AGENTS.md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2CE3B3-FFCA-1548-CDF8-8A053C21AD77}"/>
              </a:ext>
            </a:extLst>
          </p:cNvPr>
          <p:cNvSpPr/>
          <p:nvPr/>
        </p:nvSpPr>
        <p:spPr>
          <a:xfrm>
            <a:off x="2975675" y="1224363"/>
            <a:ext cx="2944678" cy="1250411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MCP tools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24EAC1-E000-5D21-21D6-A4D1F02E7A0A}"/>
              </a:ext>
            </a:extLst>
          </p:cNvPr>
          <p:cNvSpPr/>
          <p:nvPr/>
        </p:nvSpPr>
        <p:spPr>
          <a:xfrm>
            <a:off x="2975675" y="2541718"/>
            <a:ext cx="2944678" cy="712926"/>
          </a:xfrm>
          <a:prstGeom prst="roundRect">
            <a:avLst/>
          </a:prstGeom>
          <a:solidFill>
            <a:srgbClr val="64F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User instructions</a:t>
            </a:r>
            <a:br>
              <a:rPr lang="en-US" sz="1400" dirty="0">
                <a:solidFill>
                  <a:sysClr val="windowText" lastClr="000000"/>
                </a:solidFill>
              </a:rPr>
            </a:br>
            <a:r>
              <a:rPr lang="en-US" sz="1400" dirty="0">
                <a:solidFill>
                  <a:sysClr val="windowText" lastClr="000000"/>
                </a:solidFill>
              </a:rPr>
              <a:t>Go and build something cool…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E95C269-8310-36E7-D83B-CF3791545535}"/>
              </a:ext>
            </a:extLst>
          </p:cNvPr>
          <p:cNvSpPr/>
          <p:nvPr/>
        </p:nvSpPr>
        <p:spPr>
          <a:xfrm>
            <a:off x="2975675" y="6087067"/>
            <a:ext cx="2944678" cy="604125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Reserved for output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0932159-40A6-87CA-A9FF-436857762E16}"/>
              </a:ext>
            </a:extLst>
          </p:cNvPr>
          <p:cNvSpPr/>
          <p:nvPr/>
        </p:nvSpPr>
        <p:spPr>
          <a:xfrm>
            <a:off x="2975675" y="5587363"/>
            <a:ext cx="2944678" cy="340962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Reserved for </a:t>
            </a:r>
            <a:r>
              <a:rPr lang="en-US" sz="1400" dirty="0" err="1">
                <a:solidFill>
                  <a:sysClr val="windowText" lastClr="000000"/>
                </a:solidFill>
              </a:rPr>
              <a:t>autocompact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EAB3E2-DD97-EEEA-9144-D9D059ECB0BF}"/>
              </a:ext>
            </a:extLst>
          </p:cNvPr>
          <p:cNvSpPr txBox="1"/>
          <p:nvPr/>
        </p:nvSpPr>
        <p:spPr>
          <a:xfrm>
            <a:off x="1332854" y="6238224"/>
            <a:ext cx="1193369" cy="352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dirty="0"/>
              <a:t>32</a:t>
            </a:r>
            <a:r>
              <a:rPr lang="en-SK" noProof="0" dirty="0"/>
              <a:t>k tokens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41ADFC-4A0C-AF15-DEFC-95D098F7EFF0}"/>
              </a:ext>
            </a:extLst>
          </p:cNvPr>
          <p:cNvSpPr txBox="1"/>
          <p:nvPr/>
        </p:nvSpPr>
        <p:spPr>
          <a:xfrm>
            <a:off x="1332853" y="5657193"/>
            <a:ext cx="1193369" cy="352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dirty="0"/>
              <a:t>32</a:t>
            </a:r>
            <a:r>
              <a:rPr lang="en-SK" noProof="0" dirty="0"/>
              <a:t>k tokens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2198F5-5BF2-F731-FC3C-B91220B09729}"/>
              </a:ext>
            </a:extLst>
          </p:cNvPr>
          <p:cNvSpPr txBox="1"/>
          <p:nvPr/>
        </p:nvSpPr>
        <p:spPr>
          <a:xfrm>
            <a:off x="7505700" y="3086100"/>
            <a:ext cx="1371600" cy="381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noProof="0" dirty="0"/>
              <a:t>168k tokens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F90103-0E23-C1BB-723A-C6C0B46393BD}"/>
              </a:ext>
            </a:extLst>
          </p:cNvPr>
          <p:cNvCxnSpPr/>
          <p:nvPr/>
        </p:nvCxnSpPr>
        <p:spPr>
          <a:xfrm flipH="1" flipV="1">
            <a:off x="6413500" y="232475"/>
            <a:ext cx="1066800" cy="281552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31B716-5EF5-A88D-C60B-80BEEF6F5D6D}"/>
              </a:ext>
            </a:extLst>
          </p:cNvPr>
          <p:cNvCxnSpPr>
            <a:cxnSpLocks/>
          </p:cNvCxnSpPr>
          <p:nvPr/>
        </p:nvCxnSpPr>
        <p:spPr>
          <a:xfrm flipH="1">
            <a:off x="6413500" y="3401568"/>
            <a:ext cx="1066800" cy="328962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8EA26B-25B3-E2BA-AA4E-0999B1CA8729}"/>
              </a:ext>
            </a:extLst>
          </p:cNvPr>
          <p:cNvCxnSpPr/>
          <p:nvPr/>
        </p:nvCxnSpPr>
        <p:spPr>
          <a:xfrm>
            <a:off x="1676400" y="3187700"/>
            <a:ext cx="51816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A0ECC50-BCC5-EDDF-1037-BDA2FA1A3F26}"/>
              </a:ext>
            </a:extLst>
          </p:cNvPr>
          <p:cNvSpPr txBox="1"/>
          <p:nvPr/>
        </p:nvSpPr>
        <p:spPr>
          <a:xfrm>
            <a:off x="5200650" y="3206750"/>
            <a:ext cx="800100" cy="444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800" noProof="0" dirty="0">
                <a:solidFill>
                  <a:schemeClr val="accent1"/>
                </a:solidFill>
              </a:rPr>
              <a:t>40%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5E5C50-0859-A049-E73A-AE8084704848}"/>
              </a:ext>
            </a:extLst>
          </p:cNvPr>
          <p:cNvSpPr txBox="1"/>
          <p:nvPr/>
        </p:nvSpPr>
        <p:spPr>
          <a:xfrm>
            <a:off x="3596898" y="3276600"/>
            <a:ext cx="1340603" cy="3523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“dumb</a:t>
            </a:r>
            <a:r>
              <a:rPr lang="en-SK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zone”</a:t>
            </a:r>
          </a:p>
        </p:txBody>
      </p:sp>
    </p:spTree>
    <p:extLst>
      <p:ext uri="{BB962C8B-B14F-4D97-AF65-F5344CB8AC3E}">
        <p14:creationId xmlns:p14="http://schemas.microsoft.com/office/powerpoint/2010/main" val="76808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7F44F-C1D2-08C3-0DEB-174BDD45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9ACEAF5-7167-FDE2-C742-A74ED197C78A}"/>
              </a:ext>
            </a:extLst>
          </p:cNvPr>
          <p:cNvSpPr/>
          <p:nvPr/>
        </p:nvSpPr>
        <p:spPr>
          <a:xfrm>
            <a:off x="2536556" y="87278"/>
            <a:ext cx="3755756" cy="6696000"/>
          </a:xfrm>
          <a:prstGeom prst="roundRect">
            <a:avLst>
              <a:gd name="adj" fmla="val 6591"/>
            </a:avLst>
          </a:prstGeom>
          <a:noFill/>
          <a:ln w="381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A4702-0D2E-3146-08A0-5B42BA59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06E547-83ED-10AA-636D-622C926EF13C}"/>
              </a:ext>
            </a:extLst>
          </p:cNvPr>
          <p:cNvSpPr/>
          <p:nvPr/>
        </p:nvSpPr>
        <p:spPr>
          <a:xfrm>
            <a:off x="2712203" y="232475"/>
            <a:ext cx="3383797" cy="5777103"/>
          </a:xfrm>
          <a:prstGeom prst="roundRect">
            <a:avLst>
              <a:gd name="adj" fmla="val 6591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288453-1512-EDC7-0BF0-E8A34DD6EFF3}"/>
              </a:ext>
            </a:extLst>
          </p:cNvPr>
          <p:cNvSpPr/>
          <p:nvPr/>
        </p:nvSpPr>
        <p:spPr>
          <a:xfrm>
            <a:off x="2975675" y="433953"/>
            <a:ext cx="2944678" cy="34096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S</a:t>
            </a:r>
            <a:r>
              <a:rPr lang="en-SK" sz="1400" dirty="0">
                <a:solidFill>
                  <a:sysClr val="windowText" lastClr="000000"/>
                </a:solidFill>
              </a:rPr>
              <a:t>ystem prompt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C44E1A5-3E7E-E284-3E66-8915F31F1C54}"/>
              </a:ext>
            </a:extLst>
          </p:cNvPr>
          <p:cNvSpPr/>
          <p:nvPr/>
        </p:nvSpPr>
        <p:spPr>
          <a:xfrm>
            <a:off x="2975675" y="821410"/>
            <a:ext cx="2944678" cy="34096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 err="1">
                <a:solidFill>
                  <a:sysClr val="windowText" lastClr="000000"/>
                </a:solidFill>
              </a:rPr>
              <a:t>AGENTS.md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B6EAF8-0BA2-4951-6363-37AD8937F0A9}"/>
              </a:ext>
            </a:extLst>
          </p:cNvPr>
          <p:cNvSpPr/>
          <p:nvPr/>
        </p:nvSpPr>
        <p:spPr>
          <a:xfrm>
            <a:off x="2975675" y="1224363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MCP tools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1C784FE-9C02-C872-7311-3CF09327731C}"/>
              </a:ext>
            </a:extLst>
          </p:cNvPr>
          <p:cNvSpPr/>
          <p:nvPr/>
        </p:nvSpPr>
        <p:spPr>
          <a:xfrm>
            <a:off x="2975675" y="6087067"/>
            <a:ext cx="2944678" cy="604125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Reserved for output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579F46-B15C-BEF9-25A9-D12014AFDB73}"/>
              </a:ext>
            </a:extLst>
          </p:cNvPr>
          <p:cNvSpPr/>
          <p:nvPr/>
        </p:nvSpPr>
        <p:spPr>
          <a:xfrm>
            <a:off x="2975675" y="5587363"/>
            <a:ext cx="2944678" cy="340962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Reserved for </a:t>
            </a:r>
            <a:r>
              <a:rPr lang="en-US" sz="1400" dirty="0" err="1">
                <a:solidFill>
                  <a:sysClr val="windowText" lastClr="000000"/>
                </a:solidFill>
              </a:rPr>
              <a:t>autocompact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A1E531-1A23-CC32-79DD-5BF96D6E97F0}"/>
              </a:ext>
            </a:extLst>
          </p:cNvPr>
          <p:cNvSpPr txBox="1"/>
          <p:nvPr/>
        </p:nvSpPr>
        <p:spPr>
          <a:xfrm>
            <a:off x="1332854" y="6238224"/>
            <a:ext cx="1193369" cy="352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dirty="0"/>
              <a:t>32</a:t>
            </a:r>
            <a:r>
              <a:rPr lang="en-SK" noProof="0" dirty="0"/>
              <a:t>k tokens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89BDC1-9064-98A6-9C2A-A0C4DF86026A}"/>
              </a:ext>
            </a:extLst>
          </p:cNvPr>
          <p:cNvSpPr txBox="1"/>
          <p:nvPr/>
        </p:nvSpPr>
        <p:spPr>
          <a:xfrm>
            <a:off x="1332853" y="5657193"/>
            <a:ext cx="1193369" cy="352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dirty="0"/>
              <a:t>32</a:t>
            </a:r>
            <a:r>
              <a:rPr lang="en-SK" noProof="0" dirty="0"/>
              <a:t>k tokens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726493-BE4A-80F0-A6F9-2DC3ED4C03EE}"/>
              </a:ext>
            </a:extLst>
          </p:cNvPr>
          <p:cNvSpPr txBox="1"/>
          <p:nvPr/>
        </p:nvSpPr>
        <p:spPr>
          <a:xfrm>
            <a:off x="7505700" y="3086100"/>
            <a:ext cx="1371600" cy="381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noProof="0" dirty="0"/>
              <a:t>168k tokens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624140-4602-BD2E-75C9-3CF6B9229265}"/>
              </a:ext>
            </a:extLst>
          </p:cNvPr>
          <p:cNvCxnSpPr/>
          <p:nvPr/>
        </p:nvCxnSpPr>
        <p:spPr>
          <a:xfrm flipH="1" flipV="1">
            <a:off x="6413500" y="232475"/>
            <a:ext cx="1066800" cy="281552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973EBE-2997-C29F-1D70-0FCD767A2AF3}"/>
              </a:ext>
            </a:extLst>
          </p:cNvPr>
          <p:cNvCxnSpPr>
            <a:cxnSpLocks/>
          </p:cNvCxnSpPr>
          <p:nvPr/>
        </p:nvCxnSpPr>
        <p:spPr>
          <a:xfrm flipH="1">
            <a:off x="6413500" y="3401568"/>
            <a:ext cx="1066800" cy="328962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FB48AA-8E3E-2B62-7E1D-F1526D301344}"/>
              </a:ext>
            </a:extLst>
          </p:cNvPr>
          <p:cNvCxnSpPr/>
          <p:nvPr/>
        </p:nvCxnSpPr>
        <p:spPr>
          <a:xfrm>
            <a:off x="1676400" y="3187700"/>
            <a:ext cx="51816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E3A3406-FFCC-6B62-5B16-32FDE81F7B95}"/>
              </a:ext>
            </a:extLst>
          </p:cNvPr>
          <p:cNvSpPr txBox="1"/>
          <p:nvPr/>
        </p:nvSpPr>
        <p:spPr>
          <a:xfrm>
            <a:off x="5200650" y="3206750"/>
            <a:ext cx="800100" cy="444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800" noProof="0" dirty="0">
                <a:solidFill>
                  <a:schemeClr val="accent1"/>
                </a:solidFill>
              </a:rPr>
              <a:t>40%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D16E6F-F1A5-4F8F-CE5C-EE66E7078CA0}"/>
              </a:ext>
            </a:extLst>
          </p:cNvPr>
          <p:cNvSpPr txBox="1"/>
          <p:nvPr/>
        </p:nvSpPr>
        <p:spPr>
          <a:xfrm>
            <a:off x="3596898" y="3276600"/>
            <a:ext cx="1340603" cy="3523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“dumb</a:t>
            </a:r>
            <a:r>
              <a:rPr lang="en-SK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zone”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BC55A4-6828-63FF-B8D7-B991BACC8794}"/>
              </a:ext>
            </a:extLst>
          </p:cNvPr>
          <p:cNvSpPr/>
          <p:nvPr/>
        </p:nvSpPr>
        <p:spPr>
          <a:xfrm>
            <a:off x="2975675" y="1640344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Reading file </a:t>
            </a:r>
            <a:r>
              <a:rPr lang="en-US" sz="1200" dirty="0" err="1">
                <a:solidFill>
                  <a:sysClr val="windowText" lastClr="000000"/>
                </a:solidFill>
              </a:rPr>
              <a:t>ABC.ts</a:t>
            </a:r>
            <a:r>
              <a:rPr lang="en-US" sz="1200" dirty="0">
                <a:solidFill>
                  <a:sysClr val="windowText" lastClr="000000"/>
                </a:solidFill>
              </a:rPr>
              <a:t> lines 0-500</a:t>
            </a:r>
            <a:endParaRPr lang="en-SK" sz="1200" dirty="0">
              <a:solidFill>
                <a:sysClr val="windowText" lastClr="000000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D81D693-7F9D-FAD6-4535-664750EC41AD}"/>
              </a:ext>
            </a:extLst>
          </p:cNvPr>
          <p:cNvSpPr/>
          <p:nvPr/>
        </p:nvSpPr>
        <p:spPr>
          <a:xfrm>
            <a:off x="2975675" y="2035550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Reading file </a:t>
            </a:r>
            <a:r>
              <a:rPr lang="en-US" sz="1200" dirty="0" err="1">
                <a:solidFill>
                  <a:sysClr val="windowText" lastClr="000000"/>
                </a:solidFill>
              </a:rPr>
              <a:t>ABC.ts</a:t>
            </a:r>
            <a:r>
              <a:rPr lang="en-US" sz="1200" dirty="0">
                <a:solidFill>
                  <a:sysClr val="windowText" lastClr="000000"/>
                </a:solidFill>
              </a:rPr>
              <a:t> lines 500-1000</a:t>
            </a:r>
            <a:endParaRPr lang="en-SK" sz="1200" dirty="0">
              <a:solidFill>
                <a:sysClr val="windowText" lastClr="000000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780D49E-AEF9-86B8-33CE-5E96A3B28528}"/>
              </a:ext>
            </a:extLst>
          </p:cNvPr>
          <p:cNvSpPr/>
          <p:nvPr/>
        </p:nvSpPr>
        <p:spPr>
          <a:xfrm>
            <a:off x="2975675" y="2454002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Reading file </a:t>
            </a:r>
            <a:r>
              <a:rPr lang="en-US" sz="1200" dirty="0" err="1">
                <a:solidFill>
                  <a:sysClr val="windowText" lastClr="000000"/>
                </a:solidFill>
              </a:rPr>
              <a:t>XYZ.ts</a:t>
            </a:r>
            <a:r>
              <a:rPr lang="en-US" sz="1200" dirty="0">
                <a:solidFill>
                  <a:sysClr val="windowText" lastClr="000000"/>
                </a:solidFill>
              </a:rPr>
              <a:t> lines 100-780</a:t>
            </a:r>
            <a:endParaRPr lang="en-SK" sz="1200" dirty="0">
              <a:solidFill>
                <a:sysClr val="windowText" lastClr="000000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92397F0-2599-D5E7-2F41-AA9FEDC117B2}"/>
              </a:ext>
            </a:extLst>
          </p:cNvPr>
          <p:cNvSpPr/>
          <p:nvPr/>
        </p:nvSpPr>
        <p:spPr>
          <a:xfrm>
            <a:off x="2942095" y="2858148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Reading file 123.ts lines 0-3000</a:t>
            </a:r>
            <a:endParaRPr lang="en-SK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230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70C4-9D4E-8608-2347-0924A85D4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21B3981-987D-09CB-63D3-F8901E3BD314}"/>
              </a:ext>
            </a:extLst>
          </p:cNvPr>
          <p:cNvSpPr/>
          <p:nvPr/>
        </p:nvSpPr>
        <p:spPr>
          <a:xfrm>
            <a:off x="2536556" y="87278"/>
            <a:ext cx="3755756" cy="6696000"/>
          </a:xfrm>
          <a:prstGeom prst="roundRect">
            <a:avLst>
              <a:gd name="adj" fmla="val 6591"/>
            </a:avLst>
          </a:prstGeom>
          <a:noFill/>
          <a:ln w="381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7D19C-F8CB-0975-F2DB-25081309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0A3E13A-197A-98D3-06D6-8D0DD029FDAE}"/>
              </a:ext>
            </a:extLst>
          </p:cNvPr>
          <p:cNvSpPr/>
          <p:nvPr/>
        </p:nvSpPr>
        <p:spPr>
          <a:xfrm>
            <a:off x="2712203" y="232475"/>
            <a:ext cx="3383797" cy="5777103"/>
          </a:xfrm>
          <a:prstGeom prst="roundRect">
            <a:avLst>
              <a:gd name="adj" fmla="val 6591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9352B9-79E3-7086-15F3-0E8077D2427A}"/>
              </a:ext>
            </a:extLst>
          </p:cNvPr>
          <p:cNvSpPr/>
          <p:nvPr/>
        </p:nvSpPr>
        <p:spPr>
          <a:xfrm>
            <a:off x="2975675" y="433953"/>
            <a:ext cx="2944678" cy="34096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S</a:t>
            </a:r>
            <a:r>
              <a:rPr lang="en-SK" sz="1400" dirty="0">
                <a:solidFill>
                  <a:sysClr val="windowText" lastClr="000000"/>
                </a:solidFill>
              </a:rPr>
              <a:t>ystem prompt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BCF9FB7-768B-B98D-A593-B8934EDE9A26}"/>
              </a:ext>
            </a:extLst>
          </p:cNvPr>
          <p:cNvSpPr/>
          <p:nvPr/>
        </p:nvSpPr>
        <p:spPr>
          <a:xfrm>
            <a:off x="2975675" y="848421"/>
            <a:ext cx="2944678" cy="543655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Results of code analysis…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6108BDA-D0D5-71B3-9022-9C00190CB59D}"/>
              </a:ext>
            </a:extLst>
          </p:cNvPr>
          <p:cNvSpPr/>
          <p:nvPr/>
        </p:nvSpPr>
        <p:spPr>
          <a:xfrm>
            <a:off x="2975675" y="1480975"/>
            <a:ext cx="2944678" cy="712926"/>
          </a:xfrm>
          <a:prstGeom prst="roundRect">
            <a:avLst/>
          </a:prstGeom>
          <a:solidFill>
            <a:srgbClr val="64F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User instructions</a:t>
            </a:r>
            <a:br>
              <a:rPr lang="en-US" sz="1400" dirty="0">
                <a:solidFill>
                  <a:sysClr val="windowText" lastClr="000000"/>
                </a:solidFill>
              </a:rPr>
            </a:br>
            <a:r>
              <a:rPr lang="en-US" sz="1400" dirty="0">
                <a:solidFill>
                  <a:sysClr val="windowText" lastClr="000000"/>
                </a:solidFill>
              </a:rPr>
              <a:t>Go and build something cool…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159043-E994-4C35-421E-C79B7F59CC9D}"/>
              </a:ext>
            </a:extLst>
          </p:cNvPr>
          <p:cNvSpPr/>
          <p:nvPr/>
        </p:nvSpPr>
        <p:spPr>
          <a:xfrm>
            <a:off x="2975675" y="6087067"/>
            <a:ext cx="2944678" cy="604125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Reserved for output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12333A-68F9-6E7C-874A-6A41B28C0097}"/>
              </a:ext>
            </a:extLst>
          </p:cNvPr>
          <p:cNvSpPr/>
          <p:nvPr/>
        </p:nvSpPr>
        <p:spPr>
          <a:xfrm>
            <a:off x="2975675" y="5587363"/>
            <a:ext cx="2944678" cy="340962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Reserved for </a:t>
            </a:r>
            <a:r>
              <a:rPr lang="en-US" sz="1400" dirty="0" err="1">
                <a:solidFill>
                  <a:sysClr val="windowText" lastClr="000000"/>
                </a:solidFill>
              </a:rPr>
              <a:t>autocompact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028B8-B470-260A-E6D3-51E1D86DC59F}"/>
              </a:ext>
            </a:extLst>
          </p:cNvPr>
          <p:cNvSpPr txBox="1"/>
          <p:nvPr/>
        </p:nvSpPr>
        <p:spPr>
          <a:xfrm>
            <a:off x="1332854" y="6238224"/>
            <a:ext cx="1193369" cy="352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dirty="0"/>
              <a:t>32</a:t>
            </a:r>
            <a:r>
              <a:rPr lang="en-SK" noProof="0" dirty="0"/>
              <a:t>k tokens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29FF5E-58E8-3A8B-D9F6-B00623296831}"/>
              </a:ext>
            </a:extLst>
          </p:cNvPr>
          <p:cNvSpPr txBox="1"/>
          <p:nvPr/>
        </p:nvSpPr>
        <p:spPr>
          <a:xfrm>
            <a:off x="1332853" y="5657193"/>
            <a:ext cx="1193369" cy="35238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dirty="0"/>
              <a:t>32</a:t>
            </a:r>
            <a:r>
              <a:rPr lang="en-SK" noProof="0" dirty="0"/>
              <a:t>k tokens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73EBFF-8682-4237-588D-CBF3ADAAF0CA}"/>
              </a:ext>
            </a:extLst>
          </p:cNvPr>
          <p:cNvCxnSpPr>
            <a:cxnSpLocks/>
          </p:cNvCxnSpPr>
          <p:nvPr/>
        </p:nvCxnSpPr>
        <p:spPr>
          <a:xfrm>
            <a:off x="1676400" y="3187700"/>
            <a:ext cx="48133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909C52-F740-5245-53A8-1FAFBA5C29FB}"/>
              </a:ext>
            </a:extLst>
          </p:cNvPr>
          <p:cNvSpPr txBox="1"/>
          <p:nvPr/>
        </p:nvSpPr>
        <p:spPr>
          <a:xfrm>
            <a:off x="5200650" y="3206750"/>
            <a:ext cx="800100" cy="444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800" noProof="0" dirty="0">
                <a:solidFill>
                  <a:schemeClr val="accent1"/>
                </a:solidFill>
              </a:rPr>
              <a:t>40%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9DC12A-45D9-BCC0-D801-8633BCEF3759}"/>
              </a:ext>
            </a:extLst>
          </p:cNvPr>
          <p:cNvSpPr txBox="1"/>
          <p:nvPr/>
        </p:nvSpPr>
        <p:spPr>
          <a:xfrm>
            <a:off x="3596898" y="3276600"/>
            <a:ext cx="1340603" cy="3523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GB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“dumb</a:t>
            </a:r>
            <a:r>
              <a:rPr lang="en-SK" noProof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zone”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E10D24C-AAEA-9585-D06A-285A26A49D70}"/>
              </a:ext>
            </a:extLst>
          </p:cNvPr>
          <p:cNvSpPr/>
          <p:nvPr/>
        </p:nvSpPr>
        <p:spPr>
          <a:xfrm>
            <a:off x="7576339" y="436106"/>
            <a:ext cx="3755756" cy="4446909"/>
          </a:xfrm>
          <a:prstGeom prst="roundRect">
            <a:avLst>
              <a:gd name="adj" fmla="val 6591"/>
            </a:avLst>
          </a:prstGeom>
          <a:noFill/>
          <a:ln w="381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E721B78-131C-95F1-DF6F-2AF525E026A0}"/>
              </a:ext>
            </a:extLst>
          </p:cNvPr>
          <p:cNvSpPr/>
          <p:nvPr/>
        </p:nvSpPr>
        <p:spPr>
          <a:xfrm>
            <a:off x="7981878" y="604434"/>
            <a:ext cx="2944678" cy="34096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S</a:t>
            </a:r>
            <a:r>
              <a:rPr lang="en-SK" sz="1400" dirty="0">
                <a:solidFill>
                  <a:sysClr val="windowText" lastClr="000000"/>
                </a:solidFill>
              </a:rPr>
              <a:t>ystem prompt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0BE189D-F718-AA98-FA1D-7F6CF338502D}"/>
              </a:ext>
            </a:extLst>
          </p:cNvPr>
          <p:cNvSpPr/>
          <p:nvPr/>
        </p:nvSpPr>
        <p:spPr>
          <a:xfrm>
            <a:off x="7981878" y="1013013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MCP tools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4C7138E-BA3B-4663-0AAB-63E847184E90}"/>
              </a:ext>
            </a:extLst>
          </p:cNvPr>
          <p:cNvSpPr/>
          <p:nvPr/>
        </p:nvSpPr>
        <p:spPr>
          <a:xfrm>
            <a:off x="7981878" y="1429369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Read()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EF58A35-D282-F352-B857-FEBDC5044C8C}"/>
              </a:ext>
            </a:extLst>
          </p:cNvPr>
          <p:cNvSpPr/>
          <p:nvPr/>
        </p:nvSpPr>
        <p:spPr>
          <a:xfrm>
            <a:off x="8007458" y="1845725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Read()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63E7EAF-7451-A459-CFD6-2EAB28CCD48E}"/>
              </a:ext>
            </a:extLst>
          </p:cNvPr>
          <p:cNvSpPr/>
          <p:nvPr/>
        </p:nvSpPr>
        <p:spPr>
          <a:xfrm>
            <a:off x="8007458" y="2264369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Search()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EE754F4-C136-C3FC-ECF3-6FB4FD47767E}"/>
              </a:ext>
            </a:extLst>
          </p:cNvPr>
          <p:cNvSpPr/>
          <p:nvPr/>
        </p:nvSpPr>
        <p:spPr>
          <a:xfrm>
            <a:off x="8007458" y="2678437"/>
            <a:ext cx="2944678" cy="340963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Thinking…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2B17B54-0458-6FC9-B72B-6587026B7057}"/>
              </a:ext>
            </a:extLst>
          </p:cNvPr>
          <p:cNvSpPr/>
          <p:nvPr/>
        </p:nvSpPr>
        <p:spPr>
          <a:xfrm>
            <a:off x="7981878" y="3150718"/>
            <a:ext cx="2944678" cy="604125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Output: Results of code analysis…</a:t>
            </a:r>
            <a:endParaRPr lang="en-SK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E86BBA-D685-92D4-2C27-DBF4C68B088B}"/>
              </a:ext>
            </a:extLst>
          </p:cNvPr>
          <p:cNvCxnSpPr/>
          <p:nvPr/>
        </p:nvCxnSpPr>
        <p:spPr>
          <a:xfrm flipH="1">
            <a:off x="5920353" y="433953"/>
            <a:ext cx="1655986" cy="511443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84DB68B-C786-B9D1-EFA6-EF2E13F971D6}"/>
              </a:ext>
            </a:extLst>
          </p:cNvPr>
          <p:cNvCxnSpPr/>
          <p:nvPr/>
        </p:nvCxnSpPr>
        <p:spPr>
          <a:xfrm flipH="1" flipV="1">
            <a:off x="5920353" y="1353976"/>
            <a:ext cx="1655986" cy="3383124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9779081-4A26-F022-F79F-4945A66978C1}"/>
              </a:ext>
            </a:extLst>
          </p:cNvPr>
          <p:cNvSpPr txBox="1"/>
          <p:nvPr/>
        </p:nvSpPr>
        <p:spPr>
          <a:xfrm>
            <a:off x="8906575" y="4950632"/>
            <a:ext cx="1146444" cy="3168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noProof="0" dirty="0"/>
              <a:t>subagent</a:t>
            </a:r>
          </a:p>
        </p:txBody>
      </p:sp>
    </p:spTree>
    <p:extLst>
      <p:ext uri="{BB962C8B-B14F-4D97-AF65-F5344CB8AC3E}">
        <p14:creationId xmlns:p14="http://schemas.microsoft.com/office/powerpoint/2010/main" val="3078990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B9CF-CAF4-E6A4-1C3B-6AF33DA3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28514-1AD4-B6F9-024E-57F2E64CA6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1030" y="381030"/>
            <a:ext cx="11430000" cy="9905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0">
                <a:solidFill>
                  <a:srgbClr val="A100FF"/>
                </a:solidFill>
                <a:latin typeface="Arial Black"/>
              </a:rPr>
              <a:t>Setup:</a:t>
            </a:r>
            <a:r>
              <a:rPr sz="3600" b="0">
                <a:solidFill>
                  <a:srgbClr val="000000"/>
                </a:solidFill>
                <a:latin typeface="Arial Black"/>
              </a:rPr>
              <a:t> before we 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30" y="1463040"/>
            <a:ext cx="5577840" cy="548640"/>
          </a:xfrm>
          <a:prstGeom prst="roundRect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INSTALLED ON YOUR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30" y="2194560"/>
            <a:ext cx="5577840" cy="1143000"/>
          </a:xfrm>
          <a:prstGeom prst="roundRect">
            <a:avLst/>
          </a:prstGeom>
          <a:solidFill>
            <a:srgbClr val="F1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9630" y="2468879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6870" y="2286000"/>
            <a:ext cx="4389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Claude Code</a:t>
            </a:r>
          </a:p>
          <a:p>
            <a:pPr algn="l"/>
            <a:r>
              <a:rPr sz="1500" b="1">
                <a:solidFill>
                  <a:srgbClr val="7500C0"/>
                </a:solidFill>
                <a:latin typeface="Consolas"/>
              </a:rPr>
              <a:t>claude --version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30" y="3474720"/>
            <a:ext cx="5577840" cy="1143000"/>
          </a:xfrm>
          <a:prstGeom prst="roundRect">
            <a:avLst/>
          </a:prstGeom>
          <a:solidFill>
            <a:srgbClr val="F1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9630" y="3749039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6870" y="3566160"/>
            <a:ext cx="4389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Node.js 22+</a:t>
            </a:r>
          </a:p>
          <a:p>
            <a:pPr algn="l"/>
            <a:r>
              <a:rPr sz="1500" b="1">
                <a:solidFill>
                  <a:srgbClr val="7500C0"/>
                </a:solidFill>
                <a:latin typeface="Consolas"/>
              </a:rPr>
              <a:t>node -v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30" y="4754879"/>
            <a:ext cx="5577840" cy="1143000"/>
          </a:xfrm>
          <a:prstGeom prst="roundRect">
            <a:avLst/>
          </a:prstGeom>
          <a:solidFill>
            <a:srgbClr val="F1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09630" y="5029199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6870" y="4846319"/>
            <a:ext cx="4389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Git</a:t>
            </a:r>
          </a:p>
          <a:p>
            <a:pPr algn="l"/>
            <a:r>
              <a:rPr sz="1500" b="1">
                <a:solidFill>
                  <a:srgbClr val="7500C0"/>
                </a:solidFill>
                <a:latin typeface="Consolas"/>
              </a:rPr>
              <a:t>git --version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190" y="1463040"/>
            <a:ext cx="5577840" cy="548640"/>
          </a:xfrm>
          <a:prstGeom prst="roundRect">
            <a:avLst/>
          </a:prstGeom>
          <a:solidFill>
            <a:srgbClr val="750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WHAT YOU SHOULD KNOW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90" y="2194560"/>
            <a:ext cx="5577840" cy="1143000"/>
          </a:xfrm>
          <a:prstGeom prst="roundRect">
            <a:avLst/>
          </a:prstGeom>
          <a:solidFill>
            <a:srgbClr val="F1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61790" y="2468879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30" y="2286000"/>
            <a:ext cx="4389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Basic Git commands</a:t>
            </a:r>
          </a:p>
          <a:p>
            <a:pPr algn="l"/>
            <a:r>
              <a:rPr sz="1500" b="1">
                <a:solidFill>
                  <a:srgbClr val="7500C0"/>
                </a:solidFill>
                <a:latin typeface="Consolas"/>
              </a:rPr>
              <a:t>clone · checkout · pull · commit · push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190" y="3474720"/>
            <a:ext cx="5577840" cy="1143000"/>
          </a:xfrm>
          <a:prstGeom prst="roundRect">
            <a:avLst/>
          </a:prstGeom>
          <a:solidFill>
            <a:srgbClr val="F1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61790" y="3749039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30" y="3566160"/>
            <a:ext cx="4389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Basic terminal usage</a:t>
            </a:r>
          </a:p>
          <a:p>
            <a:pPr algn="l"/>
            <a:r>
              <a:rPr sz="1500" b="1">
                <a:solidFill>
                  <a:srgbClr val="7500C0"/>
                </a:solidFill>
                <a:latin typeface="Consolas"/>
              </a:rPr>
              <a:t>cd · ls · running commands &amp; scripts</a:t>
            </a:r>
          </a:p>
        </p:txBody>
      </p:sp>
    </p:spTree>
    <p:extLst>
      <p:ext uri="{BB962C8B-B14F-4D97-AF65-F5344CB8AC3E}">
        <p14:creationId xmlns:p14="http://schemas.microsoft.com/office/powerpoint/2010/main" val="3967850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D383-6E54-831C-B0D1-9B1219DB5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DE9344-1E56-27D4-E3F5-D7BC71C34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40" y="2015925"/>
            <a:ext cx="8656320" cy="2826150"/>
          </a:xfrm>
        </p:spPr>
        <p:txBody>
          <a:bodyPr/>
          <a:lstStyle/>
          <a:p>
            <a:r>
              <a:rPr lang="en-GB" sz="6600">
                <a:solidFill>
                  <a:srgbClr val="FFFFFF"/>
                </a:solidFill>
                <a:latin typeface="Arial Black" panose="020B0604020202020204" pitchFamily="34" charset="0"/>
              </a:rPr>
              <a:t>Sub-agents</a:t>
            </a:r>
            <a:endParaRPr lang="en-SK" sz="6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5D7E9-7100-8017-439A-347DD5EBC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40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8-2C41-948A-F16A-FDF75ED8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>
                <a:solidFill>
                  <a:schemeClr val="accent1"/>
                </a:solidFill>
              </a:rPr>
              <a:t>Subagents</a:t>
            </a:r>
            <a:r>
              <a:rPr lang="en-SK"/>
              <a:t> keep context clean</a:t>
            </a:r>
            <a:br>
              <a:rPr lang="en-SK"/>
            </a:b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82A10-829C-DDFF-36B6-438FB8B03A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30" y="1600200"/>
            <a:ext cx="6949440" cy="448056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lang="en-GB" sz="2200"/>
              <a:t>Subagents receive only their own system prompt (plus basic environment details like working directory) – not the full Claude Code system prompt</a:t>
            </a:r>
          </a:p>
          <a:p>
            <a:pPr>
              <a:spcAft>
                <a:spcPts val="1400"/>
              </a:spcAft>
            </a:pPr>
            <a:r>
              <a:rPr lang="en-GB" sz="2200"/>
              <a:t>That isolation is the whole point: it keeps the main conversation’s context clean</a:t>
            </a:r>
          </a:p>
          <a:p>
            <a:pPr>
              <a:spcAft>
                <a:spcPts val="1400"/>
              </a:spcAft>
            </a:pPr>
            <a:r>
              <a:rPr lang="en-SK" sz="2200"/>
              <a:t>Run multiple subagents concurrently to dramatically speed up complex workflows</a:t>
            </a:r>
          </a:p>
          <a:p>
            <a:pPr>
              <a:spcAft>
                <a:spcPts val="1400"/>
              </a:spcAft>
            </a:pPr>
            <a:endParaRPr lang="en-SK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14AC-74E5-D550-0813-95479833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63840" y="16002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e.g. during a review, in parallel: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103120"/>
            <a:ext cx="3657600" cy="548640"/>
          </a:xfrm>
          <a:prstGeom prst="roundRect">
            <a:avLst/>
          </a:prstGeom>
          <a:solidFill>
            <a:srgbClr val="64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Main conversation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108960"/>
            <a:ext cx="3108960" cy="54864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style-checker subagent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38160" y="3383279"/>
            <a:ext cx="274320" cy="0"/>
          </a:xfrm>
          <a:prstGeom prst="line">
            <a:avLst/>
          </a:prstGeom>
          <a:ln w="19050">
            <a:solidFill>
              <a:srgbClr val="460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0" y="3886200"/>
            <a:ext cx="3108960" cy="54864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security-scanner subagent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38160" y="4160520"/>
            <a:ext cx="274320" cy="0"/>
          </a:xfrm>
          <a:prstGeom prst="line">
            <a:avLst/>
          </a:prstGeom>
          <a:ln w="19050">
            <a:solidFill>
              <a:srgbClr val="460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0" y="4663440"/>
            <a:ext cx="3108960" cy="54864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test-coverage subagent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38160" y="4937759"/>
            <a:ext cx="274320" cy="0"/>
          </a:xfrm>
          <a:prstGeom prst="line">
            <a:avLst/>
          </a:prstGeom>
          <a:ln w="19050">
            <a:solidFill>
              <a:srgbClr val="460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651760"/>
            <a:ext cx="0" cy="2285999"/>
          </a:xfrm>
          <a:prstGeom prst="line">
            <a:avLst/>
          </a:prstGeom>
          <a:ln w="19050">
            <a:solidFill>
              <a:srgbClr val="460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63840" y="5486400"/>
            <a:ext cx="3657600" cy="548640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Only results return to main context</a:t>
            </a:r>
          </a:p>
        </p:txBody>
      </p:sp>
    </p:spTree>
    <p:extLst>
      <p:ext uri="{BB962C8B-B14F-4D97-AF65-F5344CB8AC3E}">
        <p14:creationId xmlns:p14="http://schemas.microsoft.com/office/powerpoint/2010/main" val="1714481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Fun</a:t>
            </a:r>
            <a:r>
              <a:rPr lang="en-GB"/>
              <a:t> fact</a:t>
            </a:r>
          </a:p>
        </p:txBody>
      </p:sp>
      <p:sp>
        <p:nvSpPr>
          <p:cNvPr id="3" name="Fun Fact Card"/>
          <p:cNvSpPr/>
          <p:nvPr/>
        </p:nvSpPr>
        <p:spPr>
          <a:xfrm>
            <a:off x="381030" y="1600200"/>
            <a:ext cx="11430000" cy="42062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2700000" scaled="0"/>
          </a:gra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Chevron Accent"/>
          <p:cNvSpPr/>
          <p:nvPr/>
        </p:nvSpPr>
        <p:spPr>
          <a:xfrm>
            <a:off x="10789920" y="1783080"/>
            <a:ext cx="731520" cy="731520"/>
          </a:xfrm>
          <a:prstGeom prst="chevron">
            <a:avLst>
              <a:gd name="adj" fmla="val 60000"/>
            </a:avLst>
          </a:prstGeom>
          <a:noFill/>
          <a:ln w="38100">
            <a:solidFill>
              <a:srgbClr val="A100FF"/>
            </a:solidFill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Exclamation Circle"/>
          <p:cNvSpPr/>
          <p:nvPr/>
        </p:nvSpPr>
        <p:spPr>
          <a:xfrm>
            <a:off x="731520" y="2560320"/>
            <a:ext cx="2286000" cy="2286000"/>
          </a:xfrm>
          <a:prstGeom prst="ellipse">
            <a:avLst/>
          </a:prstGeom>
          <a:solidFill>
            <a:srgbClr val="A100FF"/>
          </a:solidFill>
          <a:ln w="76200">
            <a:solidFill>
              <a:srgbClr val="DCAFFF"/>
            </a:solidFill>
          </a:ln>
        </p:spPr>
        <p:txBody>
          <a:bodyPr lIns="0" tIns="0" rIns="0" bIns="0" rtlCol="0" anchor="ctr"/>
          <a:lstStyle/>
          <a:p>
            <a:pPr algn="ctr"/>
            <a:endParaRPr lang="en-GB" sz="115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Fun Fact Tag"/>
          <p:cNvSpPr/>
          <p:nvPr/>
        </p:nvSpPr>
        <p:spPr>
          <a:xfrm>
            <a:off x="3474720" y="2103120"/>
            <a:ext cx="3158092" cy="45720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600" b="1" spc="100">
                <a:solidFill>
                  <a:srgbClr val="000000"/>
                </a:solidFill>
              </a:rPr>
              <a:t>DID YOU KNOW?</a:t>
            </a:r>
          </a:p>
        </p:txBody>
      </p:sp>
      <p:sp>
        <p:nvSpPr>
          <p:cNvPr id="7" name="Fact Headline"/>
          <p:cNvSpPr txBox="1"/>
          <p:nvPr/>
        </p:nvSpPr>
        <p:spPr>
          <a:xfrm>
            <a:off x="3474720" y="2651760"/>
            <a:ext cx="8046720" cy="73152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Claude Code ships with built-in subagents</a:t>
            </a:r>
          </a:p>
        </p:txBody>
      </p:sp>
      <p:sp>
        <p:nvSpPr>
          <p:cNvPr id="8" name="Fact Subline"/>
          <p:cNvSpPr txBox="1"/>
          <p:nvPr/>
        </p:nvSpPr>
        <p:spPr>
          <a:xfrm>
            <a:off x="3474720" y="3474720"/>
            <a:ext cx="8046720" cy="4572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r>
              <a:rPr lang="en-GB" sz="2000">
                <a:solidFill>
                  <a:srgbClr val="DCAFFF"/>
                </a:solidFill>
              </a:rPr>
              <a:t>Beyond any you create, two come out of the box:</a:t>
            </a:r>
          </a:p>
        </p:txBody>
      </p:sp>
      <p:sp>
        <p:nvSpPr>
          <p:cNvPr id="9" name="Explore Pill"/>
          <p:cNvSpPr/>
          <p:nvPr/>
        </p:nvSpPr>
        <p:spPr>
          <a:xfrm>
            <a:off x="3474720" y="4297680"/>
            <a:ext cx="3474720" cy="91440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GB" sz="2000" b="1">
                <a:solidFill>
                  <a:srgbClr val="000000"/>
                </a:solidFill>
              </a:rPr>
              <a:t>Explore</a:t>
            </a:r>
          </a:p>
          <a:p>
            <a:pPr algn="ctr"/>
            <a:r>
              <a:rPr lang="en-GB" sz="1400">
                <a:solidFill>
                  <a:srgbClr val="000000"/>
                </a:solidFill>
              </a:rPr>
              <a:t>for file system exploration</a:t>
            </a:r>
          </a:p>
        </p:txBody>
      </p:sp>
      <p:sp>
        <p:nvSpPr>
          <p:cNvPr id="10" name="Plan Pill"/>
          <p:cNvSpPr/>
          <p:nvPr/>
        </p:nvSpPr>
        <p:spPr>
          <a:xfrm>
            <a:off x="7132320" y="4297680"/>
            <a:ext cx="3474720" cy="91440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GB" sz="2000" b="1">
                <a:solidFill>
                  <a:srgbClr val="000000"/>
                </a:solidFill>
              </a:rPr>
              <a:t>Plan</a:t>
            </a:r>
          </a:p>
          <a:p>
            <a:pPr algn="ctr"/>
            <a:r>
              <a:rPr lang="en-GB" sz="1400">
                <a:solidFill>
                  <a:srgbClr val="000000"/>
                </a:solidFill>
              </a:rPr>
              <a:t>for architectural thinking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19</a:t>
            </a:fld>
            <a:endParaRPr lang="en-US"/>
          </a:p>
        </p:txBody>
      </p:sp>
      <p:pic>
        <p:nvPicPr>
          <p:cNvPr id="13" name="Graphic 12" descr="Information outline">
            <a:extLst>
              <a:ext uri="{FF2B5EF4-FFF2-40B4-BE49-F238E27FC236}">
                <a16:creationId xmlns:a16="http://schemas.microsoft.com/office/drawing/2014/main" id="{E11AC20A-0E4C-976F-2D65-BC20A55691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431" y="2889231"/>
            <a:ext cx="1628178" cy="162817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C26F-D590-EAFE-14CD-B32BA8F5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07FB-3615-8FD4-58B0-660A7498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Fun</a:t>
            </a:r>
            <a:r>
              <a:rPr lang="en-GB"/>
              <a:t> fact</a:t>
            </a:r>
          </a:p>
        </p:txBody>
      </p:sp>
      <p:sp>
        <p:nvSpPr>
          <p:cNvPr id="3" name="Fun Fact Card">
            <a:extLst>
              <a:ext uri="{FF2B5EF4-FFF2-40B4-BE49-F238E27FC236}">
                <a16:creationId xmlns:a16="http://schemas.microsoft.com/office/drawing/2014/main" id="{015E438A-D6E0-449B-1400-F5541C52C50E}"/>
              </a:ext>
            </a:extLst>
          </p:cNvPr>
          <p:cNvSpPr/>
          <p:nvPr/>
        </p:nvSpPr>
        <p:spPr>
          <a:xfrm>
            <a:off x="381030" y="1600200"/>
            <a:ext cx="11430000" cy="42062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2700000" scaled="0"/>
          </a:gra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Chevron Accent">
            <a:extLst>
              <a:ext uri="{FF2B5EF4-FFF2-40B4-BE49-F238E27FC236}">
                <a16:creationId xmlns:a16="http://schemas.microsoft.com/office/drawing/2014/main" id="{C6EBD432-AD7C-7FCB-A244-E0124889331B}"/>
              </a:ext>
            </a:extLst>
          </p:cNvPr>
          <p:cNvSpPr/>
          <p:nvPr/>
        </p:nvSpPr>
        <p:spPr>
          <a:xfrm>
            <a:off x="10789920" y="1783080"/>
            <a:ext cx="731520" cy="731520"/>
          </a:xfrm>
          <a:prstGeom prst="chevron">
            <a:avLst>
              <a:gd name="adj" fmla="val 60000"/>
            </a:avLst>
          </a:prstGeom>
          <a:noFill/>
          <a:ln w="38100">
            <a:solidFill>
              <a:srgbClr val="A100FF"/>
            </a:solidFill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Exclamation Circle">
            <a:extLst>
              <a:ext uri="{FF2B5EF4-FFF2-40B4-BE49-F238E27FC236}">
                <a16:creationId xmlns:a16="http://schemas.microsoft.com/office/drawing/2014/main" id="{D6134C6A-AD71-1DB9-7582-67E1EED141D6}"/>
              </a:ext>
            </a:extLst>
          </p:cNvPr>
          <p:cNvSpPr/>
          <p:nvPr/>
        </p:nvSpPr>
        <p:spPr>
          <a:xfrm>
            <a:off x="731520" y="2560320"/>
            <a:ext cx="2286000" cy="2286000"/>
          </a:xfrm>
          <a:prstGeom prst="ellipse">
            <a:avLst/>
          </a:prstGeom>
          <a:solidFill>
            <a:srgbClr val="A100FF"/>
          </a:solidFill>
          <a:ln w="76200">
            <a:solidFill>
              <a:srgbClr val="DCAFFF"/>
            </a:solidFill>
          </a:ln>
        </p:spPr>
        <p:txBody>
          <a:bodyPr lIns="0" tIns="0" rIns="0" bIns="0" rtlCol="0" anchor="ctr"/>
          <a:lstStyle/>
          <a:p>
            <a:pPr algn="ctr"/>
            <a:endParaRPr lang="en-GB" sz="115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Fun Fact Tag">
            <a:extLst>
              <a:ext uri="{FF2B5EF4-FFF2-40B4-BE49-F238E27FC236}">
                <a16:creationId xmlns:a16="http://schemas.microsoft.com/office/drawing/2014/main" id="{02F20F30-BA98-E1F5-9A6D-401BB6E35E39}"/>
              </a:ext>
            </a:extLst>
          </p:cNvPr>
          <p:cNvSpPr/>
          <p:nvPr/>
        </p:nvSpPr>
        <p:spPr>
          <a:xfrm>
            <a:off x="3474720" y="2103120"/>
            <a:ext cx="3158092" cy="45720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600" b="1" spc="100">
                <a:solidFill>
                  <a:srgbClr val="000000"/>
                </a:solidFill>
              </a:rPr>
              <a:t>DID YOU KNOW?</a:t>
            </a:r>
          </a:p>
        </p:txBody>
      </p:sp>
      <p:sp>
        <p:nvSpPr>
          <p:cNvPr id="7" name="Fact Headline">
            <a:extLst>
              <a:ext uri="{FF2B5EF4-FFF2-40B4-BE49-F238E27FC236}">
                <a16:creationId xmlns:a16="http://schemas.microsoft.com/office/drawing/2014/main" id="{D0842357-5E1D-D829-616A-ABB264BA78EA}"/>
              </a:ext>
            </a:extLst>
          </p:cNvPr>
          <p:cNvSpPr txBox="1"/>
          <p:nvPr/>
        </p:nvSpPr>
        <p:spPr>
          <a:xfrm>
            <a:off x="3474720" y="2651760"/>
            <a:ext cx="8046720" cy="914400"/>
          </a:xfrm>
          <a:prstGeom prst="rect">
            <a:avLst/>
          </a:prstGeom>
          <a:noFill/>
        </p:spPr>
        <p:txBody>
          <a:bodyPr wrap="square" lIns="0" rIns="0" rtlCol="0" anchor="t">
            <a:normAutofit lnSpcReduction="10000"/>
          </a:bodyPr>
          <a:lstStyle/>
          <a:p>
            <a:r>
              <a:rPr lang="en-GB" sz="2800" b="1">
                <a:solidFill>
                  <a:srgbClr val="FFFFFF"/>
                </a:solidFill>
              </a:rPr>
              <a:t>Subagents can route easy work to a cheaper model</a:t>
            </a:r>
          </a:p>
        </p:txBody>
      </p:sp>
      <p:sp>
        <p:nvSpPr>
          <p:cNvPr id="8" name="Fact Subline">
            <a:extLst>
              <a:ext uri="{FF2B5EF4-FFF2-40B4-BE49-F238E27FC236}">
                <a16:creationId xmlns:a16="http://schemas.microsoft.com/office/drawing/2014/main" id="{30FB6997-6D72-E319-DFC7-80E9381F052D}"/>
              </a:ext>
            </a:extLst>
          </p:cNvPr>
          <p:cNvSpPr txBox="1"/>
          <p:nvPr/>
        </p:nvSpPr>
        <p:spPr>
          <a:xfrm>
            <a:off x="3474720" y="3611880"/>
            <a:ext cx="8046720" cy="64008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r>
              <a:rPr lang="en-GB" sz="1800">
                <a:solidFill>
                  <a:srgbClr val="DCAFFF"/>
                </a:solidFill>
              </a:rPr>
              <a:t>A noisy task like reading 500 lines of logs doesn’t need your most powerful model</a:t>
            </a:r>
          </a:p>
        </p:txBody>
      </p:sp>
      <p:sp>
        <p:nvSpPr>
          <p:cNvPr id="9" name="Explore Pill">
            <a:extLst>
              <a:ext uri="{FF2B5EF4-FFF2-40B4-BE49-F238E27FC236}">
                <a16:creationId xmlns:a16="http://schemas.microsoft.com/office/drawing/2014/main" id="{90D87B86-6FAB-AE9C-9155-298C39839BE0}"/>
              </a:ext>
            </a:extLst>
          </p:cNvPr>
          <p:cNvSpPr/>
          <p:nvPr/>
        </p:nvSpPr>
        <p:spPr>
          <a:xfrm>
            <a:off x="3474720" y="4389120"/>
            <a:ext cx="3474720" cy="82296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GB" sz="2000" b="1">
                <a:solidFill>
                  <a:srgbClr val="000000"/>
                </a:solidFill>
              </a:rPr>
              <a:t>Haiku</a:t>
            </a:r>
          </a:p>
          <a:p>
            <a:pPr algn="ctr"/>
            <a:r>
              <a:rPr lang="en-GB" sz="1400">
                <a:solidFill>
                  <a:srgbClr val="000000"/>
                </a:solidFill>
              </a:rPr>
              <a:t>handles the easy work</a:t>
            </a:r>
          </a:p>
        </p:txBody>
      </p:sp>
      <p:sp>
        <p:nvSpPr>
          <p:cNvPr id="10" name="Plan Pill">
            <a:extLst>
              <a:ext uri="{FF2B5EF4-FFF2-40B4-BE49-F238E27FC236}">
                <a16:creationId xmlns:a16="http://schemas.microsoft.com/office/drawing/2014/main" id="{27C7B4C6-C109-8CE1-811E-FEE9F6A09456}"/>
              </a:ext>
            </a:extLst>
          </p:cNvPr>
          <p:cNvSpPr/>
          <p:nvPr/>
        </p:nvSpPr>
        <p:spPr>
          <a:xfrm>
            <a:off x="7132320" y="4389120"/>
            <a:ext cx="3474720" cy="82296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GB" sz="2000" b="1">
                <a:solidFill>
                  <a:srgbClr val="000000"/>
                </a:solidFill>
              </a:rPr>
              <a:t>Opus</a:t>
            </a:r>
          </a:p>
          <a:p>
            <a:pPr algn="ctr"/>
            <a:r>
              <a:rPr lang="en-GB" sz="1400">
                <a:solidFill>
                  <a:srgbClr val="000000"/>
                </a:solidFill>
              </a:rPr>
              <a:t>not burned on log reading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1D29A0-4E88-66DB-0180-A454A8F1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20</a:t>
            </a:fld>
            <a:endParaRPr lang="en-US"/>
          </a:p>
        </p:txBody>
      </p:sp>
      <p:pic>
        <p:nvPicPr>
          <p:cNvPr id="13" name="Graphic 12" descr="Information outline">
            <a:extLst>
              <a:ext uri="{FF2B5EF4-FFF2-40B4-BE49-F238E27FC236}">
                <a16:creationId xmlns:a16="http://schemas.microsoft.com/office/drawing/2014/main" id="{929A0878-B01D-1A9D-1632-4930EFB30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431" y="2889231"/>
            <a:ext cx="1628178" cy="162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71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A8D8-0916-CDE9-E5EF-183634C3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F839F7-1FEE-EFFE-5C99-90CA7DF1AE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BFED4-1F42-EC8C-FD0A-E56F909464BA}"/>
              </a:ext>
            </a:extLst>
          </p:cNvPr>
          <p:cNvSpPr txBox="1"/>
          <p:nvPr/>
        </p:nvSpPr>
        <p:spPr>
          <a:xfrm>
            <a:off x="2210936" y="2634017"/>
            <a:ext cx="7410736" cy="98263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SK" sz="2800" noProof="0">
                <a:latin typeface="Consolas" panose="020B0609020204030204" pitchFamily="49" charset="0"/>
                <a:cs typeface="Consolas" panose="020B0609020204030204" pitchFamily="49" charset="0"/>
              </a:rPr>
              <a:t>“Spawn a sub-agent that will…”</a:t>
            </a:r>
            <a:endParaRPr lang="en-SK" sz="2800" noProof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502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B07C-A6BA-2ECF-A00F-9E903D19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E8E6-D980-3902-6504-130687ED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Exercise:</a:t>
            </a:r>
            <a:r>
              <a:rPr lang="en-GB"/>
              <a:t> spawn your first subagent</a:t>
            </a:r>
          </a:p>
        </p:txBody>
      </p:sp>
      <p:sp>
        <p:nvSpPr>
          <p:cNvPr id="3" name="Exercise Panel">
            <a:extLst>
              <a:ext uri="{FF2B5EF4-FFF2-40B4-BE49-F238E27FC236}">
                <a16:creationId xmlns:a16="http://schemas.microsoft.com/office/drawing/2014/main" id="{EA5220E8-1104-6F87-EAED-E606C66D609B}"/>
              </a:ext>
            </a:extLst>
          </p:cNvPr>
          <p:cNvSpPr/>
          <p:nvPr/>
        </p:nvSpPr>
        <p:spPr>
          <a:xfrm>
            <a:off x="381030" y="1463040"/>
            <a:ext cx="3840480" cy="46634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5400000" scaled="0"/>
          </a:gra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" name="Exercise Badge">
            <a:extLst>
              <a:ext uri="{FF2B5EF4-FFF2-40B4-BE49-F238E27FC236}">
                <a16:creationId xmlns:a16="http://schemas.microsoft.com/office/drawing/2014/main" id="{960FE483-BAA5-058E-4652-E124E15A5FFC}"/>
              </a:ext>
            </a:extLst>
          </p:cNvPr>
          <p:cNvSpPr/>
          <p:nvPr/>
        </p:nvSpPr>
        <p:spPr>
          <a:xfrm>
            <a:off x="640080" y="173736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1400" b="1" i="0" dirty="0">
                <a:solidFill>
                  <a:srgbClr val="000000"/>
                </a:solidFill>
              </a:rPr>
              <a:t>HANDS-ON EXERCISE</a:t>
            </a:r>
          </a:p>
        </p:txBody>
      </p:sp>
      <p:sp>
        <p:nvSpPr>
          <p:cNvPr id="5" name="Goal Label">
            <a:extLst>
              <a:ext uri="{FF2B5EF4-FFF2-40B4-BE49-F238E27FC236}">
                <a16:creationId xmlns:a16="http://schemas.microsoft.com/office/drawing/2014/main" id="{DA378F39-F80E-0B6D-A59B-78B18D3B595D}"/>
              </a:ext>
            </a:extLst>
          </p:cNvPr>
          <p:cNvSpPr/>
          <p:nvPr/>
        </p:nvSpPr>
        <p:spPr>
          <a:xfrm>
            <a:off x="640080" y="2377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400" b="1" i="0" dirty="0">
                <a:solidFill>
                  <a:srgbClr val="00FFFF"/>
                </a:solidFill>
              </a:rPr>
              <a:t>GOAL</a:t>
            </a:r>
          </a:p>
        </p:txBody>
      </p:sp>
      <p:sp>
        <p:nvSpPr>
          <p:cNvPr id="6" name="Goal Text">
            <a:extLst>
              <a:ext uri="{FF2B5EF4-FFF2-40B4-BE49-F238E27FC236}">
                <a16:creationId xmlns:a16="http://schemas.microsoft.com/office/drawing/2014/main" id="{593922AE-8FF2-B0EE-E96D-B313A7541D66}"/>
              </a:ext>
            </a:extLst>
          </p:cNvPr>
          <p:cNvSpPr/>
          <p:nvPr/>
        </p:nvSpPr>
        <p:spPr>
          <a:xfrm>
            <a:off x="640080" y="274320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Create a subagent that audits an HTML page, and watch the main agent delegate to it and return only the results.</a:t>
            </a:r>
          </a:p>
        </p:txBody>
      </p:sp>
      <p:sp>
        <p:nvSpPr>
          <p:cNvPr id="7" name="Code Glyph">
            <a:extLst>
              <a:ext uri="{FF2B5EF4-FFF2-40B4-BE49-F238E27FC236}">
                <a16:creationId xmlns:a16="http://schemas.microsoft.com/office/drawing/2014/main" id="{BFA3B81E-81AF-C8C7-47BD-1D2FED1EB741}"/>
              </a:ext>
            </a:extLst>
          </p:cNvPr>
          <p:cNvSpPr/>
          <p:nvPr/>
        </p:nvSpPr>
        <p:spPr>
          <a:xfrm>
            <a:off x="640080" y="493776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5400" b="1" i="0" dirty="0">
                <a:solidFill>
                  <a:srgbClr val="A100FF"/>
                </a:solidFill>
                <a:latin typeface="Arial Black"/>
                <a:cs typeface="Arial Black"/>
              </a:rPr>
              <a:t>&lt;/&gt;</a:t>
            </a:r>
          </a:p>
        </p:txBody>
      </p:sp>
      <p:sp>
        <p:nvSpPr>
          <p:cNvPr id="8" name="Step 1 Card">
            <a:extLst>
              <a:ext uri="{FF2B5EF4-FFF2-40B4-BE49-F238E27FC236}">
                <a16:creationId xmlns:a16="http://schemas.microsoft.com/office/drawing/2014/main" id="{F5E00347-8208-0B69-B4BC-4765B820126D}"/>
              </a:ext>
            </a:extLst>
          </p:cNvPr>
          <p:cNvSpPr/>
          <p:nvPr/>
        </p:nvSpPr>
        <p:spPr>
          <a:xfrm>
            <a:off x="4480560" y="146304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9" name="Step 1 Number">
            <a:extLst>
              <a:ext uri="{FF2B5EF4-FFF2-40B4-BE49-F238E27FC236}">
                <a16:creationId xmlns:a16="http://schemas.microsoft.com/office/drawing/2014/main" id="{5EE46244-3BAC-A98A-1389-98CA2FCB31BA}"/>
              </a:ext>
            </a:extLst>
          </p:cNvPr>
          <p:cNvSpPr/>
          <p:nvPr/>
        </p:nvSpPr>
        <p:spPr>
          <a:xfrm>
            <a:off x="4663440" y="166878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 1 Text">
            <a:extLst>
              <a:ext uri="{FF2B5EF4-FFF2-40B4-BE49-F238E27FC236}">
                <a16:creationId xmlns:a16="http://schemas.microsoft.com/office/drawing/2014/main" id="{B674FFD5-6E55-5C52-7582-E42FDE60E3C6}"/>
              </a:ext>
            </a:extLst>
          </p:cNvPr>
          <p:cNvSpPr/>
          <p:nvPr/>
        </p:nvSpPr>
        <p:spPr>
          <a:xfrm>
            <a:off x="5440680" y="146304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r>
              <a:rPr lang="en-GB" sz="1500" b="0" i="0">
                <a:solidFill>
                  <a:srgbClr val="000000"/>
                </a:solidFill>
              </a:rPr>
              <a:t>Checkout branch </a:t>
            </a:r>
            <a:r>
              <a:rPr lang="en-GB" sz="1500" b="1">
                <a:solidFill>
                  <a:srgbClr val="7500C0"/>
                </a:solidFill>
                <a:latin typeface="Consolas"/>
                <a:cs typeface="Consolas"/>
              </a:rPr>
              <a:t>kuklova/review-skill </a:t>
            </a:r>
            <a:r>
              <a:rPr lang="en-GB" sz="1500" b="0" i="0">
                <a:solidFill>
                  <a:srgbClr val="000000"/>
                </a:solidFill>
              </a:rPr>
              <a:t>and find file </a:t>
            </a:r>
            <a:r>
              <a:rPr lang="en-GB" sz="1500" b="1">
                <a:solidFill>
                  <a:srgbClr val="7500C0"/>
                </a:solidFill>
                <a:latin typeface="Consolas"/>
                <a:cs typeface="Consolas"/>
              </a:rPr>
              <a:t>broken-page.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html</a:t>
            </a:r>
            <a:r>
              <a:rPr lang="en-GB" sz="1500" b="0" i="0">
                <a:solidFill>
                  <a:srgbClr val="000000"/>
                </a:solidFill>
              </a:rPr>
              <a:t>.</a:t>
            </a:r>
            <a:endParaRPr lang="en-GB" sz="1500" b="0" i="0" dirty="0">
              <a:solidFill>
                <a:srgbClr val="000000"/>
              </a:solidFill>
            </a:endParaRPr>
          </a:p>
        </p:txBody>
      </p:sp>
      <p:sp>
        <p:nvSpPr>
          <p:cNvPr id="11" name="Step 2 Card">
            <a:extLst>
              <a:ext uri="{FF2B5EF4-FFF2-40B4-BE49-F238E27FC236}">
                <a16:creationId xmlns:a16="http://schemas.microsoft.com/office/drawing/2014/main" id="{1042586F-5AC8-3792-F317-2E4DC805EE16}"/>
              </a:ext>
            </a:extLst>
          </p:cNvPr>
          <p:cNvSpPr/>
          <p:nvPr/>
        </p:nvSpPr>
        <p:spPr>
          <a:xfrm>
            <a:off x="4480560" y="2560320"/>
            <a:ext cx="7330470" cy="137160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2" name="Step 2 Number">
            <a:extLst>
              <a:ext uri="{FF2B5EF4-FFF2-40B4-BE49-F238E27FC236}">
                <a16:creationId xmlns:a16="http://schemas.microsoft.com/office/drawing/2014/main" id="{99B98DD2-65D6-5B87-8B33-50F285FC8CF4}"/>
              </a:ext>
            </a:extLst>
          </p:cNvPr>
          <p:cNvSpPr/>
          <p:nvPr/>
        </p:nvSpPr>
        <p:spPr>
          <a:xfrm>
            <a:off x="4663440" y="29489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 2 Text">
            <a:extLst>
              <a:ext uri="{FF2B5EF4-FFF2-40B4-BE49-F238E27FC236}">
                <a16:creationId xmlns:a16="http://schemas.microsoft.com/office/drawing/2014/main" id="{53689C26-5212-B01A-DA36-A5CFCD0242FB}"/>
              </a:ext>
            </a:extLst>
          </p:cNvPr>
          <p:cNvSpPr/>
          <p:nvPr/>
        </p:nvSpPr>
        <p:spPr>
          <a:xfrm>
            <a:off x="5440680" y="2560320"/>
            <a:ext cx="6217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You want </a:t>
            </a:r>
            <a:r>
              <a:rPr lang="en-GB" sz="1500" b="0" i="0" dirty="0">
                <a:solidFill>
                  <a:srgbClr val="000000"/>
                </a:solidFill>
              </a:rPr>
              <a:t>a </a:t>
            </a:r>
            <a:r>
              <a:rPr lang="en-GB" sz="1500" b="0" i="0">
                <a:solidFill>
                  <a:srgbClr val="000000"/>
                </a:solidFill>
              </a:rPr>
              <a:t>subagent with instructions (“</a:t>
            </a:r>
            <a:r>
              <a:rPr lang="en-GB" sz="1500" b="0" i="0" dirty="0">
                <a:solidFill>
                  <a:srgbClr val="000000"/>
                </a:solidFill>
              </a:rPr>
              <a:t>review HTML for accessibility issues</a:t>
            </a:r>
            <a:r>
              <a:rPr lang="en-GB" sz="1500" b="0" i="0">
                <a:solidFill>
                  <a:srgbClr val="000000"/>
                </a:solidFill>
              </a:rPr>
              <a:t>”) that return </a:t>
            </a:r>
            <a:r>
              <a:rPr lang="en-GB" sz="1500" b="0" i="0" dirty="0">
                <a:solidFill>
                  <a:srgbClr val="000000"/>
                </a:solidFill>
              </a:rPr>
              <a:t>a short list of problems + fixes.</a:t>
            </a:r>
          </a:p>
        </p:txBody>
      </p:sp>
      <p:sp>
        <p:nvSpPr>
          <p:cNvPr id="14" name="Step 3 Card">
            <a:extLst>
              <a:ext uri="{FF2B5EF4-FFF2-40B4-BE49-F238E27FC236}">
                <a16:creationId xmlns:a16="http://schemas.microsoft.com/office/drawing/2014/main" id="{1E5D01FC-C8FC-EEE6-50E3-CCD4F99E4EFF}"/>
              </a:ext>
            </a:extLst>
          </p:cNvPr>
          <p:cNvSpPr/>
          <p:nvPr/>
        </p:nvSpPr>
        <p:spPr>
          <a:xfrm>
            <a:off x="4480560" y="402336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Step 3 Number">
            <a:extLst>
              <a:ext uri="{FF2B5EF4-FFF2-40B4-BE49-F238E27FC236}">
                <a16:creationId xmlns:a16="http://schemas.microsoft.com/office/drawing/2014/main" id="{A6C543B4-5634-0EA1-5325-988A9D1EB588}"/>
              </a:ext>
            </a:extLst>
          </p:cNvPr>
          <p:cNvSpPr/>
          <p:nvPr/>
        </p:nvSpPr>
        <p:spPr>
          <a:xfrm>
            <a:off x="4663440" y="422910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 3 Text">
            <a:extLst>
              <a:ext uri="{FF2B5EF4-FFF2-40B4-BE49-F238E27FC236}">
                <a16:creationId xmlns:a16="http://schemas.microsoft.com/office/drawing/2014/main" id="{D7699516-9D1C-32BC-ECCE-902AF6AF5679}"/>
              </a:ext>
            </a:extLst>
          </p:cNvPr>
          <p:cNvSpPr/>
          <p:nvPr/>
        </p:nvSpPr>
        <p:spPr>
          <a:xfrm>
            <a:off x="5440680" y="402336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endParaRPr lang="en-GB" sz="1500" b="0" i="0" dirty="0">
              <a:solidFill>
                <a:srgbClr val="000000"/>
              </a:solidFill>
            </a:endParaRPr>
          </a:p>
        </p:txBody>
      </p:sp>
      <p:sp>
        <p:nvSpPr>
          <p:cNvPr id="19" name="Step 4 Text">
            <a:extLst>
              <a:ext uri="{FF2B5EF4-FFF2-40B4-BE49-F238E27FC236}">
                <a16:creationId xmlns:a16="http://schemas.microsoft.com/office/drawing/2014/main" id="{78960862-C01E-FF2B-22F4-60BA60F50D89}"/>
              </a:ext>
            </a:extLst>
          </p:cNvPr>
          <p:cNvSpPr/>
          <p:nvPr/>
        </p:nvSpPr>
        <p:spPr>
          <a:xfrm>
            <a:off x="5429953" y="402336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i="0">
                <a:solidFill>
                  <a:srgbClr val="000000"/>
                </a:solidFill>
              </a:rPr>
              <a:t>Write a prompt that will trigger subagent as a sub-process and main process only formats the results.</a:t>
            </a:r>
            <a:endParaRPr lang="en-GB" sz="1500" i="0" dirty="0">
              <a:solidFill>
                <a:srgbClr val="7500C0"/>
              </a:solidFill>
              <a:latin typeface="Consolas"/>
              <a:cs typeface="Consolas"/>
            </a:endParaRP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91939494-049D-C73B-E91A-FE2E0CDA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94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8-2C41-948A-F16A-FDF75ED8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>
                <a:solidFill>
                  <a:schemeClr val="accent1"/>
                </a:solidFill>
              </a:rPr>
              <a:t>Subagents</a:t>
            </a:r>
            <a:r>
              <a:rPr lang="en-SK"/>
              <a:t> are just a file</a:t>
            </a:r>
            <a:br>
              <a:rPr lang="en-SK"/>
            </a:b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82A10-829C-DDFF-36B6-438FB8B03A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30" y="1600200"/>
            <a:ext cx="6949440" cy="448056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lang="en-GB" sz="2200"/>
              <a:t>Adding a subagent = adding one Markdown file: </a:t>
            </a:r>
            <a:r>
              <a:rPr lang="en-GB" sz="2200" b="1">
                <a:solidFill>
                  <a:srgbClr val="7500C0"/>
                </a:solidFill>
                <a:latin typeface="Consolas"/>
              </a:rPr>
              <a:t>.claude/agents/AGENT-NAME.md</a:t>
            </a:r>
          </a:p>
          <a:p>
            <a:pPr>
              <a:spcAft>
                <a:spcPts val="1400"/>
              </a:spcAft>
            </a:pPr>
            <a:r>
              <a:rPr lang="en-GB" sz="2200"/>
              <a:t>YAML frontmatter sets the name, a description (tells Claude when to delegate) and optional tools / model</a:t>
            </a:r>
          </a:p>
          <a:p>
            <a:pPr>
              <a:spcAft>
                <a:spcPts val="1400"/>
              </a:spcAft>
            </a:pPr>
            <a:r>
              <a:rPr lang="en-SK" sz="2200"/>
              <a:t>The body of the file is the subagent’s own system prompt</a:t>
            </a:r>
          </a:p>
          <a:p>
            <a:pPr>
              <a:spcAft>
                <a:spcPts val="1400"/>
              </a:spcAft>
            </a:pPr>
            <a:r>
              <a:rPr lang="en-SK" sz="2200"/>
              <a:t>Commit it to the repo and the whole team gets it – or use </a:t>
            </a:r>
            <a:r>
              <a:rPr lang="en-SK" sz="2200" b="1">
                <a:solidFill>
                  <a:srgbClr val="7500C0"/>
                </a:solidFill>
                <a:latin typeface="Consolas"/>
              </a:rPr>
              <a:t>~/.claude/agents/</a:t>
            </a:r>
            <a:r>
              <a:rPr lang="en-SK" sz="2200"/>
              <a:t> for personal agents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14AC-74E5-D550-0813-95479833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63840" y="16002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e.g. an accessibility reviewer: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103120"/>
            <a:ext cx="3657600" cy="548640"/>
          </a:xfrm>
          <a:prstGeom prst="roundRect">
            <a:avLst/>
          </a:prstGeom>
          <a:solidFill>
            <a:srgbClr val="64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onsolas"/>
              </a:rPr>
              <a:t>.claude/agents/html-auditor.md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78892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l"/>
            <a:r>
              <a:rPr sz="1300" b="0">
                <a:solidFill>
                  <a:srgbClr val="7500C0"/>
                </a:solidFill>
                <a:latin typeface="Consolas"/>
              </a:rPr>
              <a:t>---</a:t>
            </a:r>
          </a:p>
          <a:p>
            <a:pPr algn="l"/>
            <a:r>
              <a:rPr sz="1300" b="1">
                <a:solidFill>
                  <a:srgbClr val="7500C0"/>
                </a:solidFill>
                <a:latin typeface="Consolas"/>
              </a:rPr>
              <a:t>name: html-auditor</a:t>
            </a:r>
          </a:p>
          <a:p>
            <a:pPr algn="l"/>
            <a:r>
              <a:rPr sz="1300" b="1">
                <a:solidFill>
                  <a:srgbClr val="7500C0"/>
                </a:solidFill>
                <a:latin typeface="Consolas"/>
              </a:rPr>
              <a:t>description: Reviews HTML for</a:t>
            </a:r>
          </a:p>
          <a:p>
            <a:pPr algn="l"/>
            <a:r>
              <a:rPr sz="1300" b="0">
                <a:solidFill>
                  <a:srgbClr val="7500C0"/>
                </a:solidFill>
                <a:latin typeface="Consolas"/>
              </a:rPr>
              <a:t>  accessibility issues</a:t>
            </a:r>
          </a:p>
          <a:p>
            <a:pPr algn="l"/>
            <a:r>
              <a:rPr sz="1300" b="1">
                <a:solidFill>
                  <a:srgbClr val="7500C0"/>
                </a:solidFill>
                <a:latin typeface="Consolas"/>
              </a:rPr>
              <a:t>tools: Read, Grep</a:t>
            </a:r>
          </a:p>
          <a:p>
            <a:pPr algn="l"/>
            <a:r>
              <a:rPr sz="1300" b="0">
                <a:solidFill>
                  <a:srgbClr val="7500C0"/>
                </a:solidFill>
                <a:latin typeface="Consolas"/>
              </a:rPr>
              <a:t>---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onsolas"/>
              </a:rPr>
              <a:t>You are an accessibility reviewer.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onsolas"/>
              </a:rPr>
              <a:t>Return a short list of problems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Consolas"/>
              </a:rPr>
              <a:t>+ fixes.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5486400"/>
            <a:ext cx="3657600" cy="548640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No registration – just save the file</a:t>
            </a:r>
          </a:p>
        </p:txBody>
      </p:sp>
    </p:spTree>
    <p:extLst>
      <p:ext uri="{BB962C8B-B14F-4D97-AF65-F5344CB8AC3E}">
        <p14:creationId xmlns:p14="http://schemas.microsoft.com/office/powerpoint/2010/main" val="2897933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Exercise:</a:t>
            </a:r>
            <a:r>
              <a:rPr lang="en-GB"/>
              <a:t> build your first subagent</a:t>
            </a:r>
          </a:p>
        </p:txBody>
      </p:sp>
      <p:sp>
        <p:nvSpPr>
          <p:cNvPr id="3" name="Exercise Panel"/>
          <p:cNvSpPr/>
          <p:nvPr/>
        </p:nvSpPr>
        <p:spPr>
          <a:xfrm>
            <a:off x="381030" y="1463040"/>
            <a:ext cx="3840480" cy="46634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5400000" scaled="0"/>
          </a:gra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" name="Exercise Badge"/>
          <p:cNvSpPr/>
          <p:nvPr/>
        </p:nvSpPr>
        <p:spPr>
          <a:xfrm>
            <a:off x="640080" y="173736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1400" b="1" i="0" dirty="0">
                <a:solidFill>
                  <a:srgbClr val="000000"/>
                </a:solidFill>
              </a:rPr>
              <a:t>HANDS-ON EXERCISE</a:t>
            </a:r>
          </a:p>
        </p:txBody>
      </p:sp>
      <p:sp>
        <p:nvSpPr>
          <p:cNvPr id="5" name="Goal Label"/>
          <p:cNvSpPr/>
          <p:nvPr/>
        </p:nvSpPr>
        <p:spPr>
          <a:xfrm>
            <a:off x="640080" y="2377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400" b="1" i="0" dirty="0">
                <a:solidFill>
                  <a:srgbClr val="00FFFF"/>
                </a:solidFill>
              </a:rPr>
              <a:t>GOAL</a:t>
            </a:r>
          </a:p>
        </p:txBody>
      </p:sp>
      <p:sp>
        <p:nvSpPr>
          <p:cNvPr id="6" name="Goal Text"/>
          <p:cNvSpPr/>
          <p:nvPr/>
        </p:nvSpPr>
        <p:spPr>
          <a:xfrm>
            <a:off x="640080" y="274320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Create a subagent that audits an HTML page, and watch the main agent delegate to it and return only the results.</a:t>
            </a:r>
          </a:p>
        </p:txBody>
      </p:sp>
      <p:sp>
        <p:nvSpPr>
          <p:cNvPr id="7" name="Code Glyph"/>
          <p:cNvSpPr/>
          <p:nvPr/>
        </p:nvSpPr>
        <p:spPr>
          <a:xfrm>
            <a:off x="640080" y="493776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5400" b="1" i="0" dirty="0">
                <a:solidFill>
                  <a:srgbClr val="A100FF"/>
                </a:solidFill>
                <a:latin typeface="Arial Black"/>
                <a:cs typeface="Arial Black"/>
              </a:rPr>
              <a:t>&lt;/&gt;</a:t>
            </a:r>
          </a:p>
        </p:txBody>
      </p:sp>
      <p:sp>
        <p:nvSpPr>
          <p:cNvPr id="8" name="Step 1 Card"/>
          <p:cNvSpPr/>
          <p:nvPr/>
        </p:nvSpPr>
        <p:spPr>
          <a:xfrm>
            <a:off x="4480560" y="146304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9" name="Step 1 Number"/>
          <p:cNvSpPr/>
          <p:nvPr/>
        </p:nvSpPr>
        <p:spPr>
          <a:xfrm>
            <a:off x="4663440" y="166878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 1 Text"/>
          <p:cNvSpPr/>
          <p:nvPr/>
        </p:nvSpPr>
        <p:spPr>
          <a:xfrm>
            <a:off x="5440680" y="146304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r>
              <a:rPr lang="en-GB" sz="1500" b="0" i="0">
                <a:solidFill>
                  <a:srgbClr val="000000"/>
                </a:solidFill>
              </a:rPr>
              <a:t>Checkout branch </a:t>
            </a:r>
            <a:r>
              <a:rPr lang="en-GB" sz="1500" b="1">
                <a:solidFill>
                  <a:srgbClr val="7500C0"/>
                </a:solidFill>
                <a:latin typeface="Consolas"/>
                <a:cs typeface="Consolas"/>
              </a:rPr>
              <a:t>kuklova/review-skill </a:t>
            </a:r>
            <a:r>
              <a:rPr lang="en-GB" sz="1500" b="0" i="0">
                <a:solidFill>
                  <a:srgbClr val="000000"/>
                </a:solidFill>
              </a:rPr>
              <a:t>and find file </a:t>
            </a:r>
            <a:r>
              <a:rPr lang="en-GB" sz="1500" b="1">
                <a:solidFill>
                  <a:srgbClr val="7500C0"/>
                </a:solidFill>
                <a:latin typeface="Consolas"/>
                <a:cs typeface="Consolas"/>
              </a:rPr>
              <a:t>broken-page.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html</a:t>
            </a:r>
            <a:r>
              <a:rPr lang="en-GB" sz="1500" b="0" i="0">
                <a:solidFill>
                  <a:srgbClr val="000000"/>
                </a:solidFill>
              </a:rPr>
              <a:t>.</a:t>
            </a:r>
            <a:endParaRPr lang="en-GB" sz="1500" b="0" i="0" dirty="0">
              <a:solidFill>
                <a:srgbClr val="000000"/>
              </a:solidFill>
            </a:endParaRPr>
          </a:p>
        </p:txBody>
      </p:sp>
      <p:sp>
        <p:nvSpPr>
          <p:cNvPr id="11" name="Step 2 Card"/>
          <p:cNvSpPr/>
          <p:nvPr/>
        </p:nvSpPr>
        <p:spPr>
          <a:xfrm>
            <a:off x="4480560" y="2560320"/>
            <a:ext cx="7330470" cy="137160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2" name="Step 2 Number"/>
          <p:cNvSpPr/>
          <p:nvPr/>
        </p:nvSpPr>
        <p:spPr>
          <a:xfrm>
            <a:off x="4663440" y="29489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 2 Text"/>
          <p:cNvSpPr/>
          <p:nvPr/>
        </p:nvSpPr>
        <p:spPr>
          <a:xfrm>
            <a:off x="5440680" y="2560320"/>
            <a:ext cx="6217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Create </a:t>
            </a:r>
            <a:r>
              <a:rPr lang="en-GB" sz="1500" b="0" i="0" dirty="0">
                <a:solidFill>
                  <a:srgbClr val="000000"/>
                </a:solidFill>
              </a:rPr>
              <a:t>a </a:t>
            </a:r>
            <a:r>
              <a:rPr lang="en-GB" sz="1500" b="0" i="0">
                <a:solidFill>
                  <a:srgbClr val="000000"/>
                </a:solidFill>
              </a:rPr>
              <a:t>subagent 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a11y-auditor</a:t>
            </a:r>
            <a:r>
              <a:rPr lang="en-GB" sz="1500" b="0" i="0">
                <a:solidFill>
                  <a:srgbClr val="000000"/>
                </a:solidFill>
              </a:rPr>
              <a:t> with a name, a clear description (“</a:t>
            </a:r>
            <a:r>
              <a:rPr lang="en-GB" sz="1500" b="0" i="0" dirty="0">
                <a:solidFill>
                  <a:srgbClr val="000000"/>
                </a:solidFill>
              </a:rPr>
              <a:t>review HTML for accessibility issues</a:t>
            </a:r>
            <a:r>
              <a:rPr lang="en-GB" sz="1500" b="0" i="0">
                <a:solidFill>
                  <a:srgbClr val="000000"/>
                </a:solidFill>
              </a:rPr>
              <a:t>”) and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tools: Read, Grep, Glob</a:t>
            </a:r>
            <a:r>
              <a:rPr lang="en-GB" sz="1500" b="0" i="0">
                <a:solidFill>
                  <a:srgbClr val="000000"/>
                </a:solidFill>
              </a:rPr>
              <a:t>. In the body, tell it to read the file and return </a:t>
            </a:r>
            <a:r>
              <a:rPr lang="en-GB" sz="1500" b="0" i="0" dirty="0">
                <a:solidFill>
                  <a:srgbClr val="000000"/>
                </a:solidFill>
              </a:rPr>
              <a:t>a short list of problems + fixes.</a:t>
            </a:r>
          </a:p>
        </p:txBody>
      </p:sp>
      <p:sp>
        <p:nvSpPr>
          <p:cNvPr id="14" name="Step 3 Card"/>
          <p:cNvSpPr/>
          <p:nvPr/>
        </p:nvSpPr>
        <p:spPr>
          <a:xfrm>
            <a:off x="4480560" y="402336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Step 3 Number"/>
          <p:cNvSpPr/>
          <p:nvPr/>
        </p:nvSpPr>
        <p:spPr>
          <a:xfrm>
            <a:off x="4663440" y="422910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 3 Text"/>
          <p:cNvSpPr/>
          <p:nvPr/>
        </p:nvSpPr>
        <p:spPr>
          <a:xfrm>
            <a:off x="5440680" y="402336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Open the repo in Claude Code and run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/agents</a:t>
            </a:r>
            <a:r>
              <a:rPr lang="en-GB" sz="1500" b="0" i="0">
                <a:solidFill>
                  <a:srgbClr val="000000"/>
                </a:solidFill>
              </a:rPr>
              <a:t> to confirm it’s registered.</a:t>
            </a:r>
            <a:endParaRPr lang="en-GB" sz="1500" b="0" i="0" dirty="0">
              <a:solidFill>
                <a:srgbClr val="000000"/>
              </a:solidFill>
            </a:endParaRPr>
          </a:p>
        </p:txBody>
      </p:sp>
      <p:sp>
        <p:nvSpPr>
          <p:cNvPr id="17" name="Step 4 Card"/>
          <p:cNvSpPr/>
          <p:nvPr/>
        </p:nvSpPr>
        <p:spPr>
          <a:xfrm>
            <a:off x="4480560" y="512064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8" name="Step 4 Number"/>
          <p:cNvSpPr/>
          <p:nvPr/>
        </p:nvSpPr>
        <p:spPr>
          <a:xfrm>
            <a:off x="4663440" y="532638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 4 Text"/>
          <p:cNvSpPr/>
          <p:nvPr/>
        </p:nvSpPr>
        <p:spPr>
          <a:xfrm>
            <a:off x="5440680" y="512064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i="0">
                <a:solidFill>
                  <a:srgbClr val="000000"/>
                </a:solidFill>
              </a:rPr>
              <a:t>Write a prompt that will trigger subagent as a sub-process and main process only formats the results.</a:t>
            </a:r>
            <a:endParaRPr lang="en-GB" sz="1500" i="0" dirty="0">
              <a:solidFill>
                <a:srgbClr val="7500C0"/>
              </a:solidFill>
              <a:latin typeface="Consolas"/>
              <a:cs typeface="Consolas"/>
            </a:endParaRPr>
          </a:p>
        </p:txBody>
      </p:sp>
      <p:sp>
        <p:nvSpPr>
          <p:cNvPr id="20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EE998A-2B2C-7A31-3250-C5F2ADE11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840" y="2015925"/>
            <a:ext cx="8656320" cy="2826150"/>
          </a:xfrm>
        </p:spPr>
        <p:txBody>
          <a:bodyPr/>
          <a:lstStyle/>
          <a:p>
            <a:r>
              <a:rPr lang="en-GB" sz="6600">
                <a:solidFill>
                  <a:srgbClr val="FFFFFF"/>
                </a:solidFill>
                <a:latin typeface="Arial Black" panose="020B0604020202020204" pitchFamily="34" charset="0"/>
              </a:rPr>
              <a:t>Writing Skills</a:t>
            </a:r>
            <a:endParaRPr lang="en-SK" sz="6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EC688-025D-0E32-3C39-5F1374F3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28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5E10-DA2C-8805-427E-05A36AF3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Different Hats of software engineer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06FD4-D948-2BE6-BDEE-935918ABFF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SK" sz="2400" dirty="0"/>
              <a:t>Make it work by specs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13A736-FE3D-542D-3058-86211BBB6A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SK" sz="2400" dirty="0"/>
              <a:t>Good UX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DE2C81-BE3C-4FEE-3171-4C2D1B732E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SK" sz="2400" dirty="0"/>
              <a:t>Security &amp; Performance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7A82F9-6DF5-7169-9B39-9A19C2839D9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SK" sz="2400" dirty="0"/>
              <a:t>Code maintainability and reusability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462F253-A0EA-8F3C-5F57-0A61A1B81A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SK" sz="2400" dirty="0"/>
              <a:t>Future proof &amp; Need to refactor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C314C1-14C9-7086-46F3-140A8D8D515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SK" sz="2400" dirty="0"/>
              <a:t>Price of infrastructure &amp; DevOps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5CE9EED-ED27-2BEA-2447-443A5B5BEEA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28BDAFD-F91C-6256-B9CC-E19F681C864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7083141-1C7F-A42F-F9AF-26FB19CE9C0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5876BBA-4C91-A874-002F-1208280379D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0203C76-C22E-BB89-4E6C-9D3D9B47F40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8C54DE1-D507-14BC-6691-D530C491B6C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3075B0B-8DEF-C418-9E8D-9A99F498EADC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122" name="Picture 2" descr="Grey Wool Felt Top Hat - Guerra Reference: 11465 | Traclet Hat Shop">
            <a:extLst>
              <a:ext uri="{FF2B5EF4-FFF2-40B4-BE49-F238E27FC236}">
                <a16:creationId xmlns:a16="http://schemas.microsoft.com/office/drawing/2014/main" id="{B69A6554-B1DB-403E-15C3-BF1FF583A598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Grey Wool Felt Top Hat - Guerra Reference: 11465 | Traclet Hat Shop">
            <a:extLst>
              <a:ext uri="{FF2B5EF4-FFF2-40B4-BE49-F238E27FC236}">
                <a16:creationId xmlns:a16="http://schemas.microsoft.com/office/drawing/2014/main" id="{4006BA00-0F6F-E310-3466-480991846606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Grey Wool Felt Top Hat - Guerra Reference: 11465 | Traclet Hat Shop">
            <a:extLst>
              <a:ext uri="{FF2B5EF4-FFF2-40B4-BE49-F238E27FC236}">
                <a16:creationId xmlns:a16="http://schemas.microsoft.com/office/drawing/2014/main" id="{E72FB0E5-ABC3-EABB-E93F-2621C0F8AEC5}"/>
              </a:ext>
            </a:extLst>
          </p:cNvPr>
          <p:cNvPicPr>
            <a:picLocks noGrp="1" noChangeAspect="1" noChangeArrowheads="1"/>
          </p:cNvPicPr>
          <p:nvPr>
            <p:ph type="pic" sz="quarter" idx="16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3246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" b="5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Grey Wool Felt Top Hat - Guerra Reference: 11465 | Traclet Hat Shop">
            <a:extLst>
              <a:ext uri="{FF2B5EF4-FFF2-40B4-BE49-F238E27FC236}">
                <a16:creationId xmlns:a16="http://schemas.microsoft.com/office/drawing/2014/main" id="{C78E0AE8-4C98-2046-D8F1-77827F9A4B6C}"/>
              </a:ext>
            </a:extLst>
          </p:cNvPr>
          <p:cNvPicPr>
            <a:picLocks noGrp="1" noChangeAspect="1" noChangeArrowheads="1"/>
          </p:cNvPicPr>
          <p:nvPr>
            <p:ph type="pic" sz="quarter" idx="17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FF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" b="5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Grey Wool Felt Top Hat - Guerra Reference: 11465 | Traclet Hat Shop">
            <a:extLst>
              <a:ext uri="{FF2B5EF4-FFF2-40B4-BE49-F238E27FC236}">
                <a16:creationId xmlns:a16="http://schemas.microsoft.com/office/drawing/2014/main" id="{8764AEFC-7F46-2E0A-E4DF-FF74BD5A62E1}"/>
              </a:ext>
            </a:extLst>
          </p:cNvPr>
          <p:cNvPicPr>
            <a:picLocks noGrp="1" noChangeAspect="1" noChangeArrowheads="1"/>
          </p:cNvPicPr>
          <p:nvPr>
            <p:ph type="pic" sz="quarter" idx="24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0041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Grey Wool Felt Top Hat - Guerra Reference: 11465 | Traclet Hat Shop">
            <a:extLst>
              <a:ext uri="{FF2B5EF4-FFF2-40B4-BE49-F238E27FC236}">
                <a16:creationId xmlns:a16="http://schemas.microsoft.com/office/drawing/2014/main" id="{6903E1B5-472D-8E08-A0BC-FF6FB262709A}"/>
              </a:ext>
            </a:extLst>
          </p:cNvPr>
          <p:cNvPicPr>
            <a:picLocks noGrp="1" noChangeAspect="1" noChangeArrowheads="1"/>
          </p:cNvPicPr>
          <p:nvPr>
            <p:ph type="pic" sz="quarter" idx="18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465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89015C-CEA2-B07B-FD28-263648CE4E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407837EC-49FC-D9E2-F099-53A75320850D}"/>
              </a:ext>
            </a:extLst>
          </p:cNvPr>
          <p:cNvSpPr/>
          <p:nvPr/>
        </p:nvSpPr>
        <p:spPr>
          <a:xfrm>
            <a:off x="520522" y="2295659"/>
            <a:ext cx="2421228" cy="1133341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SK" sz="2800" b="1"/>
              <a:t>Define</a:t>
            </a:r>
            <a:endParaRPr lang="en-SK" sz="2800" b="1" dirty="0" err="1"/>
          </a:p>
        </p:txBody>
      </p:sp>
      <p:sp>
        <p:nvSpPr>
          <p:cNvPr id="5" name="Chevron 4">
            <a:extLst>
              <a:ext uri="{FF2B5EF4-FFF2-40B4-BE49-F238E27FC236}">
                <a16:creationId xmlns:a16="http://schemas.microsoft.com/office/drawing/2014/main" id="{2253799C-FA5B-DD4B-38B3-E9ACFAEE9341}"/>
              </a:ext>
            </a:extLst>
          </p:cNvPr>
          <p:cNvSpPr/>
          <p:nvPr/>
        </p:nvSpPr>
        <p:spPr>
          <a:xfrm>
            <a:off x="2555384" y="2295658"/>
            <a:ext cx="2369713" cy="113334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SK" sz="2800" b="1">
                <a:solidFill>
                  <a:schemeClr val="bg1"/>
                </a:solidFill>
              </a:rPr>
              <a:t>Build</a:t>
            </a:r>
            <a:endParaRPr lang="en-SK" sz="2800" b="1" dirty="0" err="1">
              <a:solidFill>
                <a:schemeClr val="bg1"/>
              </a:solidFill>
            </a:endParaRPr>
          </a:p>
        </p:txBody>
      </p:sp>
      <p:sp>
        <p:nvSpPr>
          <p:cNvPr id="6" name="Chevron 5">
            <a:extLst>
              <a:ext uri="{FF2B5EF4-FFF2-40B4-BE49-F238E27FC236}">
                <a16:creationId xmlns:a16="http://schemas.microsoft.com/office/drawing/2014/main" id="{FFC25E25-79A0-8765-0FA6-AD2A1FAD0E95}"/>
              </a:ext>
            </a:extLst>
          </p:cNvPr>
          <p:cNvSpPr/>
          <p:nvPr/>
        </p:nvSpPr>
        <p:spPr>
          <a:xfrm>
            <a:off x="4590246" y="2295658"/>
            <a:ext cx="2369713" cy="113334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SK" sz="2800" b="1">
                <a:solidFill>
                  <a:schemeClr val="bg1"/>
                </a:solidFill>
              </a:rPr>
              <a:t>Test</a:t>
            </a:r>
            <a:endParaRPr lang="en-SK" sz="2800" b="1" dirty="0" err="1">
              <a:solidFill>
                <a:schemeClr val="bg1"/>
              </a:solidFill>
            </a:endParaRP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30F752A1-8A8A-5FE6-E5FA-100E719C0377}"/>
              </a:ext>
            </a:extLst>
          </p:cNvPr>
          <p:cNvSpPr/>
          <p:nvPr/>
        </p:nvSpPr>
        <p:spPr>
          <a:xfrm>
            <a:off x="6573593" y="2295658"/>
            <a:ext cx="2816179" cy="113334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SK" sz="2800" b="1">
                <a:solidFill>
                  <a:schemeClr val="bg1"/>
                </a:solidFill>
              </a:rPr>
              <a:t>Review</a:t>
            </a:r>
            <a:endParaRPr lang="en-SK" sz="2800" b="1" dirty="0" err="1">
              <a:solidFill>
                <a:schemeClr val="bg1"/>
              </a:solidFill>
            </a:endParaRP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4FD88898-46E6-611E-A209-F2BF53DFBC96}"/>
              </a:ext>
            </a:extLst>
          </p:cNvPr>
          <p:cNvSpPr/>
          <p:nvPr/>
        </p:nvSpPr>
        <p:spPr>
          <a:xfrm>
            <a:off x="8994821" y="2295658"/>
            <a:ext cx="2816179" cy="113334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SK" sz="2800" b="1">
                <a:solidFill>
                  <a:schemeClr val="bg1"/>
                </a:solidFill>
              </a:rPr>
              <a:t>Try out</a:t>
            </a:r>
            <a:endParaRPr lang="en-SK" sz="2800" b="1" dirty="0" err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D8CFAF-5F40-05A4-513B-8D7A324C72F1}"/>
              </a:ext>
            </a:extLst>
          </p:cNvPr>
          <p:cNvSpPr txBox="1"/>
          <p:nvPr/>
        </p:nvSpPr>
        <p:spPr>
          <a:xfrm>
            <a:off x="837127" y="3509494"/>
            <a:ext cx="1416676" cy="9272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000" noProof="0"/>
              <a:t>…what you</a:t>
            </a:r>
            <a:br>
              <a:rPr lang="en-SK" sz="2000"/>
            </a:br>
            <a:r>
              <a:rPr lang="en-SK" sz="2000"/>
              <a:t>are going </a:t>
            </a:r>
            <a:br>
              <a:rPr lang="en-SK" sz="2000"/>
            </a:br>
            <a:r>
              <a:rPr lang="en-SK" sz="2000"/>
              <a:t>to build.</a:t>
            </a:r>
            <a:endParaRPr lang="en-SK" sz="2000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D5C00-1FD3-652D-0E76-CB1783B2AD1A}"/>
              </a:ext>
            </a:extLst>
          </p:cNvPr>
          <p:cNvSpPr txBox="1"/>
          <p:nvPr/>
        </p:nvSpPr>
        <p:spPr>
          <a:xfrm>
            <a:off x="2844085" y="3509494"/>
            <a:ext cx="1416676" cy="9272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000" noProof="0"/>
              <a:t>…it by</a:t>
            </a:r>
            <a:br>
              <a:rPr lang="en-SK" sz="2000" noProof="0"/>
            </a:br>
            <a:r>
              <a:rPr lang="en-SK" sz="2000" noProof="0"/>
              <a:t>writing code</a:t>
            </a:r>
            <a:r>
              <a:rPr lang="en-SK" sz="2000"/>
              <a:t>.</a:t>
            </a:r>
            <a:endParaRPr lang="en-SK" sz="2000" noProof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122A7-AF62-B6B5-5E75-2F16037D2114}"/>
              </a:ext>
            </a:extLst>
          </p:cNvPr>
          <p:cNvSpPr txBox="1"/>
          <p:nvPr/>
        </p:nvSpPr>
        <p:spPr>
          <a:xfrm>
            <a:off x="4851043" y="3509494"/>
            <a:ext cx="1416676" cy="9272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000" noProof="0"/>
              <a:t>…it by</a:t>
            </a:r>
            <a:br>
              <a:rPr lang="en-SK" sz="2000" noProof="0"/>
            </a:br>
            <a:r>
              <a:rPr lang="en-SK" sz="2000" noProof="0"/>
              <a:t>writing tests</a:t>
            </a:r>
            <a:r>
              <a:rPr lang="en-SK" sz="2000"/>
              <a:t>.</a:t>
            </a:r>
            <a:endParaRPr lang="en-SK" sz="2000" noProof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CBFBA-A78A-7405-5116-9D088869F6A2}"/>
              </a:ext>
            </a:extLst>
          </p:cNvPr>
          <p:cNvSpPr txBox="1"/>
          <p:nvPr/>
        </p:nvSpPr>
        <p:spPr>
          <a:xfrm>
            <a:off x="6858001" y="3509494"/>
            <a:ext cx="1912512" cy="9272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000" noProof="0"/>
              <a:t>…and validate</a:t>
            </a:r>
            <a:br>
              <a:rPr lang="en-SK" sz="2000" noProof="0"/>
            </a:br>
            <a:r>
              <a:rPr lang="en-SK" sz="2000" noProof="0"/>
              <a:t>code changes</a:t>
            </a:r>
            <a:r>
              <a:rPr lang="en-SK" sz="2000"/>
              <a:t>.</a:t>
            </a:r>
            <a:endParaRPr lang="en-SK" sz="2000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DF7412-2667-A969-69A1-F5D65771FDC3}"/>
              </a:ext>
            </a:extLst>
          </p:cNvPr>
          <p:cNvSpPr txBox="1"/>
          <p:nvPr/>
        </p:nvSpPr>
        <p:spPr>
          <a:xfrm>
            <a:off x="9347915" y="3509494"/>
            <a:ext cx="1912512" cy="92727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SK" sz="2000" noProof="0"/>
              <a:t>…open the app</a:t>
            </a:r>
            <a:br>
              <a:rPr lang="en-SK" sz="2000" noProof="0"/>
            </a:br>
            <a:r>
              <a:rPr lang="en-SK" sz="2000" noProof="0"/>
              <a:t>and check if</a:t>
            </a:r>
            <a:br>
              <a:rPr lang="en-SK" sz="2000" noProof="0"/>
            </a:br>
            <a:r>
              <a:rPr lang="en-SK" sz="2000" noProof="0"/>
              <a:t>it works</a:t>
            </a:r>
            <a:r>
              <a:rPr lang="en-SK" sz="2000"/>
              <a:t>.</a:t>
            </a:r>
            <a:endParaRPr lang="en-SK" sz="2000" noProof="0"/>
          </a:p>
        </p:txBody>
      </p:sp>
    </p:spTree>
    <p:extLst>
      <p:ext uri="{BB962C8B-B14F-4D97-AF65-F5344CB8AC3E}">
        <p14:creationId xmlns:p14="http://schemas.microsoft.com/office/powerpoint/2010/main" val="3523015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8C0EA1-D273-E6C4-6529-301DD1346A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E5842-883A-7EB3-E311-246787F22BC0}"/>
              </a:ext>
            </a:extLst>
          </p:cNvPr>
          <p:cNvSpPr txBox="1"/>
          <p:nvPr/>
        </p:nvSpPr>
        <p:spPr>
          <a:xfrm>
            <a:off x="2210936" y="2634017"/>
            <a:ext cx="7410736" cy="98263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SK" sz="2800" noProof="0">
                <a:latin typeface="Consolas" panose="020B0609020204030204" pitchFamily="49" charset="0"/>
                <a:cs typeface="Consolas" panose="020B0609020204030204" pitchFamily="49" charset="0"/>
              </a:rPr>
              <a:t>“Redesign broken-page.html”</a:t>
            </a:r>
            <a:endParaRPr lang="en-SK" sz="2800" noProof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683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246640-3D39-CD38-7889-4153E2660B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F1DCD-A453-B40E-3FE6-CAF539B20DD3}"/>
              </a:ext>
            </a:extLst>
          </p:cNvPr>
          <p:cNvSpPr txBox="1"/>
          <p:nvPr/>
        </p:nvSpPr>
        <p:spPr>
          <a:xfrm>
            <a:off x="2717441" y="3026534"/>
            <a:ext cx="6864441" cy="6310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GB" sz="2800"/>
              <a:t>https://github.com/emilkowalski/skills</a:t>
            </a:r>
            <a:endParaRPr lang="en-SK" sz="2800" noProof="0" dirty="0"/>
          </a:p>
        </p:txBody>
      </p:sp>
    </p:spTree>
    <p:extLst>
      <p:ext uri="{BB962C8B-B14F-4D97-AF65-F5344CB8AC3E}">
        <p14:creationId xmlns:p14="http://schemas.microsoft.com/office/powerpoint/2010/main" val="1161079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4C32-3F6A-07D9-0307-351BB31C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4528-5201-2A7E-8392-1AA986FA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Exercise:</a:t>
            </a:r>
            <a:r>
              <a:rPr lang="en-GB"/>
              <a:t> redesign a page with a skill</a:t>
            </a:r>
          </a:p>
        </p:txBody>
      </p:sp>
      <p:sp>
        <p:nvSpPr>
          <p:cNvPr id="3" name="Exercise Panel">
            <a:extLst>
              <a:ext uri="{FF2B5EF4-FFF2-40B4-BE49-F238E27FC236}">
                <a16:creationId xmlns:a16="http://schemas.microsoft.com/office/drawing/2014/main" id="{04BF3D0C-0A27-ADC8-4465-3B77DAD617CE}"/>
              </a:ext>
            </a:extLst>
          </p:cNvPr>
          <p:cNvSpPr/>
          <p:nvPr/>
        </p:nvSpPr>
        <p:spPr>
          <a:xfrm>
            <a:off x="381030" y="1463040"/>
            <a:ext cx="3840480" cy="46634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5400000" scaled="0"/>
          </a:gra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" name="Exercise Badge">
            <a:extLst>
              <a:ext uri="{FF2B5EF4-FFF2-40B4-BE49-F238E27FC236}">
                <a16:creationId xmlns:a16="http://schemas.microsoft.com/office/drawing/2014/main" id="{4CB55619-6BBD-CAE3-8CED-4A06F54E26D6}"/>
              </a:ext>
            </a:extLst>
          </p:cNvPr>
          <p:cNvSpPr/>
          <p:nvPr/>
        </p:nvSpPr>
        <p:spPr>
          <a:xfrm>
            <a:off x="640080" y="173736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1400" b="1" i="0" dirty="0">
                <a:solidFill>
                  <a:srgbClr val="000000"/>
                </a:solidFill>
              </a:rPr>
              <a:t>HANDS-ON EXERCISE</a:t>
            </a:r>
          </a:p>
        </p:txBody>
      </p:sp>
      <p:sp>
        <p:nvSpPr>
          <p:cNvPr id="5" name="Goal Label">
            <a:extLst>
              <a:ext uri="{FF2B5EF4-FFF2-40B4-BE49-F238E27FC236}">
                <a16:creationId xmlns:a16="http://schemas.microsoft.com/office/drawing/2014/main" id="{A85F82F3-1747-5E1C-4269-8943D1AA8C73}"/>
              </a:ext>
            </a:extLst>
          </p:cNvPr>
          <p:cNvSpPr/>
          <p:nvPr/>
        </p:nvSpPr>
        <p:spPr>
          <a:xfrm>
            <a:off x="640080" y="2377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400" b="1" i="0" dirty="0">
                <a:solidFill>
                  <a:srgbClr val="00FFFF"/>
                </a:solidFill>
              </a:rPr>
              <a:t>GOAL</a:t>
            </a:r>
          </a:p>
        </p:txBody>
      </p:sp>
      <p:sp>
        <p:nvSpPr>
          <p:cNvPr id="6" name="Goal Text">
            <a:extLst>
              <a:ext uri="{FF2B5EF4-FFF2-40B4-BE49-F238E27FC236}">
                <a16:creationId xmlns:a16="http://schemas.microsoft.com/office/drawing/2014/main" id="{9E317035-9738-4216-1F04-ECCC18D2AD6D}"/>
              </a:ext>
            </a:extLst>
          </p:cNvPr>
          <p:cNvSpPr/>
          <p:nvPr/>
        </p:nvSpPr>
        <p:spPr>
          <a:xfrm>
            <a:off x="640080" y="274320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Install </a:t>
            </a:r>
            <a:r>
              <a:rPr lang="en-GB" sz="2000" b="1" i="0" dirty="0">
                <a:solidFill>
                  <a:srgbClr val="FFFFFF"/>
                </a:solidFill>
              </a:rPr>
              <a:t>a </a:t>
            </a:r>
            <a:r>
              <a:rPr lang="en-GB" sz="2000" b="1" i="0">
                <a:solidFill>
                  <a:srgbClr val="FFFFFF"/>
                </a:solidFill>
              </a:rPr>
              <a:t>community skill</a:t>
            </a:r>
            <a:r>
              <a:rPr lang="en-GB" sz="2000" b="1" i="0" dirty="0">
                <a:solidFill>
                  <a:srgbClr val="FFFFFF"/>
                </a:solidFill>
              </a:rPr>
              <a:t>, </a:t>
            </a:r>
            <a:r>
              <a:rPr lang="en-GB" sz="2000" b="1" i="0">
                <a:solidFill>
                  <a:srgbClr val="FFFFFF"/>
                </a:solidFill>
              </a:rPr>
              <a:t>then </a:t>
            </a:r>
            <a:r>
              <a:rPr lang="en-GB" sz="2000" b="1" i="0" dirty="0">
                <a:solidFill>
                  <a:srgbClr val="FFFFFF"/>
                </a:solidFill>
              </a:rPr>
              <a:t>watch </a:t>
            </a:r>
            <a:r>
              <a:rPr lang="en-GB" sz="2000" b="1" i="0">
                <a:solidFill>
                  <a:srgbClr val="FFFFFF"/>
                </a:solidFill>
              </a:rPr>
              <a:t>Claude apply its design expertise </a:t>
            </a:r>
            <a:r>
              <a:rPr lang="en-GB" sz="2000" b="1" i="0" dirty="0">
                <a:solidFill>
                  <a:srgbClr val="FFFFFF"/>
                </a:solidFill>
              </a:rPr>
              <a:t>to </a:t>
            </a:r>
            <a:r>
              <a:rPr lang="en-GB" sz="2000" b="1" i="0">
                <a:solidFill>
                  <a:srgbClr val="FFFFFF"/>
                </a:solidFill>
              </a:rPr>
              <a:t>fix a broken page</a:t>
            </a:r>
            <a:r>
              <a:rPr lang="en-GB" sz="2000" b="1" i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" name="Code Glyph">
            <a:extLst>
              <a:ext uri="{FF2B5EF4-FFF2-40B4-BE49-F238E27FC236}">
                <a16:creationId xmlns:a16="http://schemas.microsoft.com/office/drawing/2014/main" id="{FF6AE332-155D-5FF8-BE3F-08C4451CCB4F}"/>
              </a:ext>
            </a:extLst>
          </p:cNvPr>
          <p:cNvSpPr/>
          <p:nvPr/>
        </p:nvSpPr>
        <p:spPr>
          <a:xfrm>
            <a:off x="640080" y="493776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5400" b="1" i="0" dirty="0">
                <a:solidFill>
                  <a:srgbClr val="A100FF"/>
                </a:solidFill>
                <a:latin typeface="Arial Black"/>
                <a:cs typeface="Arial Black"/>
              </a:rPr>
              <a:t>&lt;/&gt;</a:t>
            </a:r>
          </a:p>
        </p:txBody>
      </p:sp>
      <p:sp>
        <p:nvSpPr>
          <p:cNvPr id="8" name="Step 1 Card">
            <a:extLst>
              <a:ext uri="{FF2B5EF4-FFF2-40B4-BE49-F238E27FC236}">
                <a16:creationId xmlns:a16="http://schemas.microsoft.com/office/drawing/2014/main" id="{30E57E84-FEC8-36EB-9EA4-693C5BCE0BDD}"/>
              </a:ext>
            </a:extLst>
          </p:cNvPr>
          <p:cNvSpPr/>
          <p:nvPr/>
        </p:nvSpPr>
        <p:spPr>
          <a:xfrm>
            <a:off x="4480560" y="146304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9" name="Step 1 Number">
            <a:extLst>
              <a:ext uri="{FF2B5EF4-FFF2-40B4-BE49-F238E27FC236}">
                <a16:creationId xmlns:a16="http://schemas.microsoft.com/office/drawing/2014/main" id="{B75C4E8F-F0BB-57DA-F78F-A7C2DBDC9E0A}"/>
              </a:ext>
            </a:extLst>
          </p:cNvPr>
          <p:cNvSpPr/>
          <p:nvPr/>
        </p:nvSpPr>
        <p:spPr>
          <a:xfrm>
            <a:off x="4663440" y="166878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 1 Text">
            <a:extLst>
              <a:ext uri="{FF2B5EF4-FFF2-40B4-BE49-F238E27FC236}">
                <a16:creationId xmlns:a16="http://schemas.microsoft.com/office/drawing/2014/main" id="{CAC78FF8-FD1D-BD16-29D6-8348515D56B4}"/>
              </a:ext>
            </a:extLst>
          </p:cNvPr>
          <p:cNvSpPr/>
          <p:nvPr/>
        </p:nvSpPr>
        <p:spPr>
          <a:xfrm>
            <a:off x="5440680" y="146304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r>
              <a:rPr lang="en-GB" sz="1500" b="0" i="0">
                <a:solidFill>
                  <a:srgbClr val="000000"/>
                </a:solidFill>
              </a:rPr>
              <a:t>Checkout branch </a:t>
            </a:r>
            <a:r>
              <a:rPr lang="en-GB" sz="1500" b="1">
                <a:solidFill>
                  <a:srgbClr val="7500C0"/>
                </a:solidFill>
                <a:latin typeface="Consolas"/>
                <a:cs typeface="Consolas"/>
              </a:rPr>
              <a:t>kuklova/review-skill </a:t>
            </a:r>
            <a:r>
              <a:rPr lang="en-GB" sz="1500" b="0" i="0">
                <a:solidFill>
                  <a:srgbClr val="000000"/>
                </a:solidFill>
              </a:rPr>
              <a:t>and find file </a:t>
            </a:r>
            <a:r>
              <a:rPr lang="en-GB" sz="1500" b="1">
                <a:solidFill>
                  <a:srgbClr val="7500C0"/>
                </a:solidFill>
                <a:latin typeface="Consolas"/>
                <a:cs typeface="Consolas"/>
              </a:rPr>
              <a:t>broken-page.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html</a:t>
            </a:r>
            <a:r>
              <a:rPr lang="en-GB" sz="1500" b="0" i="0">
                <a:solidFill>
                  <a:srgbClr val="000000"/>
                </a:solidFill>
              </a:rPr>
              <a:t>.</a:t>
            </a:r>
            <a:endParaRPr lang="en-GB" sz="1500" b="0" i="0" dirty="0">
              <a:solidFill>
                <a:srgbClr val="000000"/>
              </a:solidFill>
            </a:endParaRPr>
          </a:p>
        </p:txBody>
      </p:sp>
      <p:sp>
        <p:nvSpPr>
          <p:cNvPr id="11" name="Step 2 Card">
            <a:extLst>
              <a:ext uri="{FF2B5EF4-FFF2-40B4-BE49-F238E27FC236}">
                <a16:creationId xmlns:a16="http://schemas.microsoft.com/office/drawing/2014/main" id="{519CC9D2-02B7-4170-EB21-59955E70A9D9}"/>
              </a:ext>
            </a:extLst>
          </p:cNvPr>
          <p:cNvSpPr/>
          <p:nvPr/>
        </p:nvSpPr>
        <p:spPr>
          <a:xfrm>
            <a:off x="4480560" y="256032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2" name="Step 2 Number">
            <a:extLst>
              <a:ext uri="{FF2B5EF4-FFF2-40B4-BE49-F238E27FC236}">
                <a16:creationId xmlns:a16="http://schemas.microsoft.com/office/drawing/2014/main" id="{CB9EA9D3-A975-E6BE-282B-759DDAD7C9BF}"/>
              </a:ext>
            </a:extLst>
          </p:cNvPr>
          <p:cNvSpPr/>
          <p:nvPr/>
        </p:nvSpPr>
        <p:spPr>
          <a:xfrm>
            <a:off x="4663440" y="276606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 2 Text">
            <a:extLst>
              <a:ext uri="{FF2B5EF4-FFF2-40B4-BE49-F238E27FC236}">
                <a16:creationId xmlns:a16="http://schemas.microsoft.com/office/drawing/2014/main" id="{E555C85D-0B0D-62E8-E5E6-0A8EE250BBB4}"/>
              </a:ext>
            </a:extLst>
          </p:cNvPr>
          <p:cNvSpPr/>
          <p:nvPr/>
        </p:nvSpPr>
        <p:spPr>
          <a:xfrm>
            <a:off x="5440680" y="256032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 dirty="0">
                <a:solidFill>
                  <a:srgbClr val="000000"/>
                </a:solidFill>
              </a:rPr>
              <a:t>Install the skills from the previous slide: </a:t>
            </a:r>
            <a:r>
              <a:rPr lang="en-GB" sz="1500" b="1" i="0" dirty="0">
                <a:solidFill>
                  <a:srgbClr val="7500C0"/>
                </a:solidFill>
                <a:latin typeface="Consolas"/>
                <a:cs typeface="Consolas"/>
              </a:rPr>
              <a:t>npx skills@latest add emilkowalski/skills</a:t>
            </a:r>
          </a:p>
        </p:txBody>
      </p:sp>
      <p:sp>
        <p:nvSpPr>
          <p:cNvPr id="14" name="Step 3 Card">
            <a:extLst>
              <a:ext uri="{FF2B5EF4-FFF2-40B4-BE49-F238E27FC236}">
                <a16:creationId xmlns:a16="http://schemas.microsoft.com/office/drawing/2014/main" id="{BBE69B60-9EB9-103A-28F9-932FABF4FB61}"/>
              </a:ext>
            </a:extLst>
          </p:cNvPr>
          <p:cNvSpPr/>
          <p:nvPr/>
        </p:nvSpPr>
        <p:spPr>
          <a:xfrm>
            <a:off x="4480560" y="365760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Step 3 Number">
            <a:extLst>
              <a:ext uri="{FF2B5EF4-FFF2-40B4-BE49-F238E27FC236}">
                <a16:creationId xmlns:a16="http://schemas.microsoft.com/office/drawing/2014/main" id="{0206770A-06F2-8F9D-D1C7-647C8FCA3524}"/>
              </a:ext>
            </a:extLst>
          </p:cNvPr>
          <p:cNvSpPr/>
          <p:nvPr/>
        </p:nvSpPr>
        <p:spPr>
          <a:xfrm>
            <a:off x="4663440" y="38633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 3 Text">
            <a:extLst>
              <a:ext uri="{FF2B5EF4-FFF2-40B4-BE49-F238E27FC236}">
                <a16:creationId xmlns:a16="http://schemas.microsoft.com/office/drawing/2014/main" id="{85AB9DF0-70F0-05BA-8919-FB76A08213B1}"/>
              </a:ext>
            </a:extLst>
          </p:cNvPr>
          <p:cNvSpPr/>
          <p:nvPr/>
        </p:nvSpPr>
        <p:spPr>
          <a:xfrm>
            <a:off x="5440680" y="365760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 dirty="0">
                <a:solidFill>
                  <a:srgbClr val="000000"/>
                </a:solidFill>
              </a:rPr>
              <a:t>Open the repo in Claude Code and run </a:t>
            </a:r>
            <a:r>
              <a:rPr lang="en-GB" sz="1500" b="1" i="0" dirty="0">
                <a:solidFill>
                  <a:srgbClr val="7500C0"/>
                </a:solidFill>
                <a:latin typeface="Consolas"/>
                <a:cs typeface="Consolas"/>
              </a:rPr>
              <a:t>/skills</a:t>
            </a:r>
            <a:r>
              <a:rPr lang="en-GB" sz="1500" b="0" i="0" dirty="0">
                <a:solidFill>
                  <a:srgbClr val="000000"/>
                </a:solidFill>
              </a:rPr>
              <a:t> </a:t>
            </a:r>
            <a:r>
              <a:rPr lang="en-GB" sz="1500" b="0" i="0">
                <a:solidFill>
                  <a:srgbClr val="000000"/>
                </a:solidFill>
              </a:rPr>
              <a:t>to confirm skill s </a:t>
            </a:r>
            <a:r>
              <a:rPr lang="en-GB" sz="1500" b="0" i="0" dirty="0">
                <a:solidFill>
                  <a:srgbClr val="000000"/>
                </a:solidFill>
              </a:rPr>
              <a:t>loaded.</a:t>
            </a:r>
          </a:p>
        </p:txBody>
      </p:sp>
      <p:sp>
        <p:nvSpPr>
          <p:cNvPr id="17" name="Step 4 Card">
            <a:extLst>
              <a:ext uri="{FF2B5EF4-FFF2-40B4-BE49-F238E27FC236}">
                <a16:creationId xmlns:a16="http://schemas.microsoft.com/office/drawing/2014/main" id="{3B3400FA-00CD-65D7-1740-A1D8CBEF5A2A}"/>
              </a:ext>
            </a:extLst>
          </p:cNvPr>
          <p:cNvSpPr/>
          <p:nvPr/>
        </p:nvSpPr>
        <p:spPr>
          <a:xfrm>
            <a:off x="4480560" y="4754880"/>
            <a:ext cx="7330470" cy="137160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8" name="Step 4 Number">
            <a:extLst>
              <a:ext uri="{FF2B5EF4-FFF2-40B4-BE49-F238E27FC236}">
                <a16:creationId xmlns:a16="http://schemas.microsoft.com/office/drawing/2014/main" id="{D2C36B1D-37E7-1B36-0AE9-A944D4CBCB84}"/>
              </a:ext>
            </a:extLst>
          </p:cNvPr>
          <p:cNvSpPr/>
          <p:nvPr/>
        </p:nvSpPr>
        <p:spPr>
          <a:xfrm>
            <a:off x="4663440" y="514350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 4 Text">
            <a:extLst>
              <a:ext uri="{FF2B5EF4-FFF2-40B4-BE49-F238E27FC236}">
                <a16:creationId xmlns:a16="http://schemas.microsoft.com/office/drawing/2014/main" id="{6C9A2C42-2914-BADC-6E30-4AF23C971E21}"/>
              </a:ext>
            </a:extLst>
          </p:cNvPr>
          <p:cNvSpPr/>
          <p:nvPr/>
        </p:nvSpPr>
        <p:spPr>
          <a:xfrm>
            <a:off x="5440680" y="4754880"/>
            <a:ext cx="6217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r>
              <a:rPr lang="en-GB" sz="1500">
                <a:solidFill>
                  <a:srgbClr val="000000"/>
                </a:solidFill>
              </a:rPr>
              <a:t>Write a prompt that will installed skill and redesign </a:t>
            </a:r>
            <a:r>
              <a:rPr lang="en-GB" sz="1500" b="1">
                <a:solidFill>
                  <a:srgbClr val="7500C0"/>
                </a:solidFill>
                <a:latin typeface="Consolas"/>
                <a:cs typeface="Consolas"/>
              </a:rPr>
              <a:t>broken-page.html</a:t>
            </a:r>
            <a:r>
              <a:rPr lang="en-GB" sz="1500" b="1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en-GB" sz="1500">
                <a:solidFill>
                  <a:srgbClr val="000000"/>
                </a:solidFill>
              </a:rPr>
              <a:t>in a specific way that you describe.</a:t>
            </a:r>
            <a:endParaRPr lang="en-GB" sz="1500" b="1" i="0" dirty="0">
              <a:solidFill>
                <a:srgbClr val="7500C0"/>
              </a:solidFill>
              <a:latin typeface="Consolas"/>
              <a:cs typeface="Consolas"/>
            </a:endParaRP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09D15A7F-2058-F584-7D70-5A2A0638F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05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8-2C41-948A-F16A-FDF75ED8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/>
              <a:t>Writing </a:t>
            </a:r>
            <a:r>
              <a:rPr lang="en-SK">
                <a:solidFill>
                  <a:schemeClr val="accent1"/>
                </a:solidFill>
              </a:rPr>
              <a:t>Claude Skills</a:t>
            </a:r>
            <a:r>
              <a:rPr lang="en-SK"/>
              <a:t> — tips 1 &amp; 2</a:t>
            </a:r>
            <a:br>
              <a:rPr lang="en-SK"/>
            </a:br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14AC-74E5-D550-0813-95479833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840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Description = the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15468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Write in third person.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Include words users actually type.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Lead with the key use case — it's cut at 1,536 chars in Claude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Only write what Claude doesn't know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315468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Skip generic explanations.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Keep team-specific rules: naming conventions, internal service names, gotchas.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Target under 500 lines.</a:t>
            </a:r>
          </a:p>
        </p:txBody>
      </p:sp>
    </p:spTree>
    <p:extLst>
      <p:ext uri="{BB962C8B-B14F-4D97-AF65-F5344CB8AC3E}">
        <p14:creationId xmlns:p14="http://schemas.microsoft.com/office/powerpoint/2010/main" val="41981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8-2C41-948A-F16A-FDF75ED8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/>
              <a:t>Writing </a:t>
            </a:r>
            <a:r>
              <a:rPr lang="en-SK">
                <a:solidFill>
                  <a:schemeClr val="accent1"/>
                </a:solidFill>
              </a:rPr>
              <a:t>Claude Skills</a:t>
            </a:r>
            <a:r>
              <a:rPr lang="en-SK"/>
              <a:t> — tips 3 &amp; 4</a:t>
            </a:r>
            <a:br>
              <a:rPr lang="en-SK"/>
            </a:br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14AC-74E5-D550-0813-95479833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840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Match strictness to fragility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154680"/>
            <a:ext cx="4846320" cy="13644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lang="en-SK"/>
              <a:t>Define high freedom </a:t>
            </a:r>
            <a:r>
              <a:rPr sz="1800">
                <a:solidFill>
                  <a:schemeClr val="tx1"/>
                </a:solidFill>
                <a:latin typeface="Arial"/>
              </a:rPr>
              <a:t>→ creative/review tasks</a:t>
            </a:r>
            <a:endParaRPr lang="en-US" sz="1800">
              <a:solidFill>
                <a:schemeClr val="tx1"/>
              </a:solidFill>
              <a:latin typeface="Arial"/>
            </a:endParaRP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lang="en-SK">
                <a:latin typeface="Arial"/>
              </a:rPr>
              <a:t>Define low freedom </a:t>
            </a:r>
            <a:r>
              <a:rPr lang="en-SK"/>
              <a:t>→ database migrations, releases, etc.</a:t>
            </a:r>
            <a:endParaRPr sz="1800">
              <a:solidFill>
                <a:schemeClr val="tx1"/>
              </a:solidFill>
              <a:latin typeface="Arial"/>
            </a:endParaRP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Templates</a:t>
            </a:r>
            <a:r>
              <a:rPr lang="en-US" sz="1800">
                <a:solidFill>
                  <a:schemeClr val="tx1"/>
                </a:solidFill>
                <a:latin typeface="Arial"/>
              </a:rPr>
              <a:t>, </a:t>
            </a:r>
            <a:r>
              <a:rPr sz="1800">
                <a:solidFill>
                  <a:schemeClr val="tx1"/>
                </a:solidFill>
                <a:latin typeface="Arial"/>
              </a:rPr>
              <a:t>scaffolding</a:t>
            </a:r>
            <a:r>
              <a:rPr lang="en-US" sz="1800">
                <a:solidFill>
                  <a:schemeClr val="tx1"/>
                </a:solidFill>
                <a:latin typeface="Arial"/>
              </a:rPr>
              <a:t>, code examples.</a:t>
            </a:r>
            <a:endParaRPr sz="1800">
              <a:solidFill>
                <a:schemeClr val="tx1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76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Control who can invoke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315468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Side effects (deploy, commit) → disable-model-invocation: true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Background knowledge → user-invocable: false</a:t>
            </a:r>
          </a:p>
        </p:txBody>
      </p:sp>
    </p:spTree>
    <p:extLst>
      <p:ext uri="{BB962C8B-B14F-4D97-AF65-F5344CB8AC3E}">
        <p14:creationId xmlns:p14="http://schemas.microsoft.com/office/powerpoint/2010/main" val="27896228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8-2C41-948A-F16A-FDF75ED8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/>
              <a:t>Writing </a:t>
            </a:r>
            <a:r>
              <a:rPr lang="en-SK">
                <a:solidFill>
                  <a:schemeClr val="accent1"/>
                </a:solidFill>
              </a:rPr>
              <a:t>Claude Skills</a:t>
            </a:r>
            <a:r>
              <a:rPr lang="en-SK"/>
              <a:t> — tips 5 &amp; 6</a:t>
            </a:r>
            <a:br>
              <a:rPr lang="en-SK"/>
            </a:br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14AC-74E5-D550-0813-95479833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840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Use progressive disclosure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15468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Keep SKILL.md as an overview.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Link to detail files loaded only when needed.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One level deep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Inject live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315468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Use !`command` syntax to pre-load real data.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Ship scripts for repeatable logic instead of having Claude regenerate it each time.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318F69-DDF5-CA91-308D-4CD78C2518CF}"/>
              </a:ext>
            </a:extLst>
          </p:cNvPr>
          <p:cNvSpPr/>
          <p:nvPr/>
        </p:nvSpPr>
        <p:spPr>
          <a:xfrm>
            <a:off x="6455391" y="4526280"/>
            <a:ext cx="5192482" cy="1530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SK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954F4-11CC-57F5-D1F7-7EE82BA84C64}"/>
              </a:ext>
            </a:extLst>
          </p:cNvPr>
          <p:cNvSpPr txBox="1"/>
          <p:nvPr/>
        </p:nvSpPr>
        <p:spPr>
          <a:xfrm>
            <a:off x="6647688" y="4664721"/>
            <a:ext cx="4434294" cy="13920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SK" sz="1400">
                <a:latin typeface="Consolas" panose="020B0609020204030204" pitchFamily="49" charset="0"/>
                <a:cs typeface="Consolas" panose="020B0609020204030204" pitchFamily="49" charset="0"/>
              </a:rPr>
              <a:t>## Current changes </a:t>
            </a:r>
          </a:p>
          <a:p>
            <a:pPr defTabSz="228600">
              <a:spcAft>
                <a:spcPts val="1200"/>
              </a:spcAft>
            </a:pPr>
            <a:r>
              <a:rPr lang="en-SK" sz="1400">
                <a:latin typeface="Consolas" panose="020B0609020204030204" pitchFamily="49" charset="0"/>
                <a:cs typeface="Consolas" panose="020B0609020204030204" pitchFamily="49" charset="0"/>
              </a:rPr>
              <a:t>!`git diff HEAD` </a:t>
            </a:r>
          </a:p>
          <a:p>
            <a:pPr defTabSz="228600">
              <a:spcAft>
                <a:spcPts val="1200"/>
              </a:spcAft>
            </a:pPr>
            <a:r>
              <a:rPr lang="en-SK" sz="1400">
                <a:latin typeface="Consolas" panose="020B0609020204030204" pitchFamily="49" charset="0"/>
                <a:cs typeface="Consolas" panose="020B0609020204030204" pitchFamily="49" charset="0"/>
              </a:rPr>
              <a:t>## Instructions Summarize the changes above in two or three bullet points</a:t>
            </a:r>
            <a:endParaRPr lang="en-SK" sz="1400" noProof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044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8-2C41-948A-F16A-FDF75ED8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/>
              <a:t>Writing </a:t>
            </a:r>
            <a:r>
              <a:rPr lang="en-SK">
                <a:solidFill>
                  <a:schemeClr val="accent1"/>
                </a:solidFill>
              </a:rPr>
              <a:t>Claude Skills</a:t>
            </a:r>
            <a:r>
              <a:rPr lang="en-SK"/>
              <a:t> — tips 7 &amp; 8</a:t>
            </a:r>
            <a:br>
              <a:rPr lang="en-SK"/>
            </a:br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14AC-74E5-D550-0813-95479833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840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Build validation loops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15468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Pattern: run validator → fix errors → repeat.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For destructive work: plan → validate → execute.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Show examples, not descriptions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3154680"/>
            <a:ext cx="4846320" cy="9592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Input/output pairs beat prose.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“ALWAYS use this exact template” vs. “adapt as needed” </a:t>
            </a:r>
            <a:r>
              <a:rPr lang="en-US" sz="1800">
                <a:solidFill>
                  <a:schemeClr val="tx1"/>
                </a:solidFill>
                <a:latin typeface="Arial"/>
              </a:rPr>
              <a:t>-</a:t>
            </a:r>
            <a:r>
              <a:rPr sz="1800">
                <a:solidFill>
                  <a:schemeClr val="tx1"/>
                </a:solidFill>
                <a:latin typeface="Arial"/>
              </a:rPr>
              <a:t> be explicit about flexibility.</a:t>
            </a:r>
          </a:p>
        </p:txBody>
      </p:sp>
    </p:spTree>
    <p:extLst>
      <p:ext uri="{BB962C8B-B14F-4D97-AF65-F5344CB8AC3E}">
        <p14:creationId xmlns:p14="http://schemas.microsoft.com/office/powerpoint/2010/main" val="2254414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8-2C41-948A-F16A-FDF75ED8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/>
              <a:t>Writing </a:t>
            </a:r>
            <a:r>
              <a:rPr lang="en-SK">
                <a:solidFill>
                  <a:schemeClr val="accent1"/>
                </a:solidFill>
              </a:rPr>
              <a:t>Claude Skills</a:t>
            </a:r>
            <a:r>
              <a:rPr lang="en-SK"/>
              <a:t> — tips 9 &amp; 10</a:t>
            </a:r>
            <a:br>
              <a:rPr lang="en-SK"/>
            </a:br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14AC-74E5-D550-0813-95479833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840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7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Build evals before 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154680"/>
            <a:ext cx="4846320" cy="24519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lang="en-SK"/>
              <a:t>Don't write an extensive skill for imagined problem 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Run Claude without the skill first. Note failures.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Write 3+ eval scenarios.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Write the minimum fix.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Test in a fresh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0020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6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1874519"/>
            <a:ext cx="11430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5400" b="1">
                <a:solidFill>
                  <a:schemeClr val="accent1"/>
                </a:solidFill>
                <a:latin typeface="Arial Blac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874519"/>
            <a:ext cx="37033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200" b="1">
                <a:solidFill>
                  <a:schemeClr val="tx1"/>
                </a:solidFill>
                <a:latin typeface="Arial Black"/>
              </a:rPr>
              <a:t>Write for persistence, iterate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3154680"/>
            <a:ext cx="4846320" cy="19184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lang="en-SK"/>
              <a:t>After compaction only the first ~5,000 tokens of each skill are kept.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Use standing instructions (“run tests</a:t>
            </a:r>
            <a:r>
              <a:rPr lang="en-US" sz="1800">
                <a:solidFill>
                  <a:schemeClr val="tx1"/>
                </a:solidFill>
                <a:latin typeface="Arial"/>
              </a:rPr>
              <a:t> after each edit</a:t>
            </a:r>
            <a:r>
              <a:rPr sz="1800">
                <a:solidFill>
                  <a:schemeClr val="tx1"/>
                </a:solidFill>
                <a:latin typeface="Arial"/>
              </a:rPr>
              <a:t>”), not one-time ones</a:t>
            </a:r>
            <a:r>
              <a:rPr lang="en-US" sz="1800">
                <a:solidFill>
                  <a:schemeClr val="tx1"/>
                </a:solidFill>
                <a:latin typeface="Arial"/>
              </a:rPr>
              <a:t> (“run tests”)</a:t>
            </a:r>
            <a:r>
              <a:rPr sz="1800">
                <a:solidFill>
                  <a:schemeClr val="tx1"/>
                </a:solidFill>
                <a:latin typeface="Arial"/>
              </a:rPr>
              <a:t>.</a:t>
            </a:r>
          </a:p>
          <a:p>
            <a:pPr marL="274320" indent="-274320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800">
                <a:solidFill>
                  <a:schemeClr val="tx1"/>
                </a:solidFill>
                <a:latin typeface="Arial"/>
              </a:rPr>
              <a:t>Prune with /skill-doctor; commit shared skills to .claude/skills/</a:t>
            </a:r>
          </a:p>
        </p:txBody>
      </p:sp>
    </p:spTree>
    <p:extLst>
      <p:ext uri="{BB962C8B-B14F-4D97-AF65-F5344CB8AC3E}">
        <p14:creationId xmlns:p14="http://schemas.microsoft.com/office/powerpoint/2010/main" val="4183858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E9440-29D3-780D-7EAB-E4D044D8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DD874-B17D-32B8-7D0E-FECB1CCC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/>
              <a:t>/grill-me</a:t>
            </a:r>
            <a:endParaRPr lang="en-S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D6B84-3D2B-3D3A-F580-D826A7CFB0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82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748AE-C170-1A5E-261E-1D35933C7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D066-3023-029B-F17B-B4BD1279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Exercise:</a:t>
            </a:r>
            <a:r>
              <a:rPr lang="en-GB"/>
              <a:t> create your own skill /grill-me</a:t>
            </a:r>
          </a:p>
        </p:txBody>
      </p:sp>
      <p:sp>
        <p:nvSpPr>
          <p:cNvPr id="3" name="Exercise Panel">
            <a:extLst>
              <a:ext uri="{FF2B5EF4-FFF2-40B4-BE49-F238E27FC236}">
                <a16:creationId xmlns:a16="http://schemas.microsoft.com/office/drawing/2014/main" id="{E4F78C91-930E-613E-05BC-07CD7046C250}"/>
              </a:ext>
            </a:extLst>
          </p:cNvPr>
          <p:cNvSpPr/>
          <p:nvPr/>
        </p:nvSpPr>
        <p:spPr>
          <a:xfrm>
            <a:off x="381030" y="1463040"/>
            <a:ext cx="3840480" cy="46634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5400000" scaled="0"/>
          </a:gra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" name="Exercise Badge">
            <a:extLst>
              <a:ext uri="{FF2B5EF4-FFF2-40B4-BE49-F238E27FC236}">
                <a16:creationId xmlns:a16="http://schemas.microsoft.com/office/drawing/2014/main" id="{3103FDA1-CC07-B509-3508-8569B7B0FE9D}"/>
              </a:ext>
            </a:extLst>
          </p:cNvPr>
          <p:cNvSpPr/>
          <p:nvPr/>
        </p:nvSpPr>
        <p:spPr>
          <a:xfrm>
            <a:off x="640080" y="173736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1400" b="1" i="0" dirty="0">
                <a:solidFill>
                  <a:srgbClr val="000000"/>
                </a:solidFill>
              </a:rPr>
              <a:t>HANDS-ON EXERCISE</a:t>
            </a:r>
          </a:p>
        </p:txBody>
      </p:sp>
      <p:sp>
        <p:nvSpPr>
          <p:cNvPr id="5" name="Goal Label">
            <a:extLst>
              <a:ext uri="{FF2B5EF4-FFF2-40B4-BE49-F238E27FC236}">
                <a16:creationId xmlns:a16="http://schemas.microsoft.com/office/drawing/2014/main" id="{8EB1D213-5F8C-03E8-CD8C-B025A7624E37}"/>
              </a:ext>
            </a:extLst>
          </p:cNvPr>
          <p:cNvSpPr/>
          <p:nvPr/>
        </p:nvSpPr>
        <p:spPr>
          <a:xfrm>
            <a:off x="640080" y="2377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400" b="1" i="0" dirty="0">
                <a:solidFill>
                  <a:srgbClr val="00FFFF"/>
                </a:solidFill>
              </a:rPr>
              <a:t>GOAL</a:t>
            </a:r>
          </a:p>
        </p:txBody>
      </p:sp>
      <p:sp>
        <p:nvSpPr>
          <p:cNvPr id="6" name="Goal Text">
            <a:extLst>
              <a:ext uri="{FF2B5EF4-FFF2-40B4-BE49-F238E27FC236}">
                <a16:creationId xmlns:a16="http://schemas.microsoft.com/office/drawing/2014/main" id="{F6F8A2DE-BC30-128A-4C42-434FFFD711C0}"/>
              </a:ext>
            </a:extLst>
          </p:cNvPr>
          <p:cNvSpPr/>
          <p:nvPr/>
        </p:nvSpPr>
        <p:spPr>
          <a:xfrm>
            <a:off x="640080" y="274320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Write your first skill: one that makes Claude interview you about a plan before any code is written</a:t>
            </a:r>
            <a:r>
              <a:rPr lang="en-GB" sz="2000" b="1" i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" name="Code Glyph">
            <a:extLst>
              <a:ext uri="{FF2B5EF4-FFF2-40B4-BE49-F238E27FC236}">
                <a16:creationId xmlns:a16="http://schemas.microsoft.com/office/drawing/2014/main" id="{29B08401-5774-6451-B261-74DD52ED34DC}"/>
              </a:ext>
            </a:extLst>
          </p:cNvPr>
          <p:cNvSpPr/>
          <p:nvPr/>
        </p:nvSpPr>
        <p:spPr>
          <a:xfrm>
            <a:off x="640080" y="493776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5400" b="1" i="0" dirty="0">
                <a:solidFill>
                  <a:srgbClr val="A100FF"/>
                </a:solidFill>
                <a:latin typeface="Arial Black"/>
                <a:cs typeface="Arial Black"/>
              </a:rPr>
              <a:t>&lt;/&gt;</a:t>
            </a:r>
          </a:p>
        </p:txBody>
      </p:sp>
      <p:sp>
        <p:nvSpPr>
          <p:cNvPr id="8" name="Step 1 Card">
            <a:extLst>
              <a:ext uri="{FF2B5EF4-FFF2-40B4-BE49-F238E27FC236}">
                <a16:creationId xmlns:a16="http://schemas.microsoft.com/office/drawing/2014/main" id="{AE3B81DF-5A5B-9425-600F-FA00AF9DCC34}"/>
              </a:ext>
            </a:extLst>
          </p:cNvPr>
          <p:cNvSpPr/>
          <p:nvPr/>
        </p:nvSpPr>
        <p:spPr>
          <a:xfrm>
            <a:off x="4480560" y="1463040"/>
            <a:ext cx="7330470" cy="82296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9" name="Step 1 Number">
            <a:extLst>
              <a:ext uri="{FF2B5EF4-FFF2-40B4-BE49-F238E27FC236}">
                <a16:creationId xmlns:a16="http://schemas.microsoft.com/office/drawing/2014/main" id="{9D5CD403-56C5-D426-E8B7-F673D35FCA7E}"/>
              </a:ext>
            </a:extLst>
          </p:cNvPr>
          <p:cNvSpPr/>
          <p:nvPr/>
        </p:nvSpPr>
        <p:spPr>
          <a:xfrm>
            <a:off x="4663440" y="15773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 1 Text">
            <a:extLst>
              <a:ext uri="{FF2B5EF4-FFF2-40B4-BE49-F238E27FC236}">
                <a16:creationId xmlns:a16="http://schemas.microsoft.com/office/drawing/2014/main" id="{05AA92DA-878A-F291-A9F6-C2102C4E1013}"/>
              </a:ext>
            </a:extLst>
          </p:cNvPr>
          <p:cNvSpPr/>
          <p:nvPr/>
        </p:nvSpPr>
        <p:spPr>
          <a:xfrm>
            <a:off x="5440680" y="146304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 dirty="0">
                <a:solidFill>
                  <a:srgbClr val="000000"/>
                </a:solidFill>
              </a:rPr>
              <a:t>In your repo, create </a:t>
            </a:r>
            <a:r>
              <a:rPr lang="en-GB" sz="1500" b="1" i="0" dirty="0">
                <a:solidFill>
                  <a:srgbClr val="7500C0"/>
                </a:solidFill>
                <a:latin typeface="Consolas"/>
                <a:cs typeface="Consolas"/>
              </a:rPr>
              <a:t>.claude/skills/grill-me/SKILL.md</a:t>
            </a:r>
          </a:p>
        </p:txBody>
      </p:sp>
      <p:sp>
        <p:nvSpPr>
          <p:cNvPr id="11" name="Step 2 Card">
            <a:extLst>
              <a:ext uri="{FF2B5EF4-FFF2-40B4-BE49-F238E27FC236}">
                <a16:creationId xmlns:a16="http://schemas.microsoft.com/office/drawing/2014/main" id="{BDBCDD34-4F25-FE62-78AD-62383D409F51}"/>
              </a:ext>
            </a:extLst>
          </p:cNvPr>
          <p:cNvSpPr/>
          <p:nvPr/>
        </p:nvSpPr>
        <p:spPr>
          <a:xfrm>
            <a:off x="4480560" y="2377440"/>
            <a:ext cx="7330470" cy="128016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2" name="Step 2 Number">
            <a:extLst>
              <a:ext uri="{FF2B5EF4-FFF2-40B4-BE49-F238E27FC236}">
                <a16:creationId xmlns:a16="http://schemas.microsoft.com/office/drawing/2014/main" id="{E8291D09-F676-805B-A5F9-B088FB056DC7}"/>
              </a:ext>
            </a:extLst>
          </p:cNvPr>
          <p:cNvSpPr/>
          <p:nvPr/>
        </p:nvSpPr>
        <p:spPr>
          <a:xfrm>
            <a:off x="4663440" y="27203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 2 Text">
            <a:extLst>
              <a:ext uri="{FF2B5EF4-FFF2-40B4-BE49-F238E27FC236}">
                <a16:creationId xmlns:a16="http://schemas.microsoft.com/office/drawing/2014/main" id="{11073C0F-A88E-F821-96B3-DB444E650BF7}"/>
              </a:ext>
            </a:extLst>
          </p:cNvPr>
          <p:cNvSpPr/>
          <p:nvPr/>
        </p:nvSpPr>
        <p:spPr>
          <a:xfrm>
            <a:off x="5440680" y="2377440"/>
            <a:ext cx="6217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 dirty="0">
                <a:solidFill>
                  <a:srgbClr val="000000"/>
                </a:solidFill>
              </a:rPr>
              <a:t>Add frontmatter with </a:t>
            </a:r>
            <a:r>
              <a:rPr lang="en-GB" sz="1500" b="1" i="0" dirty="0">
                <a:solidFill>
                  <a:srgbClr val="7500C0"/>
                </a:solidFill>
                <a:latin typeface="Consolas"/>
                <a:cs typeface="Consolas"/>
              </a:rPr>
              <a:t>name: grill-me</a:t>
            </a:r>
            <a:r>
              <a:rPr lang="en-GB" sz="1500" b="0" i="0" dirty="0">
                <a:solidFill>
                  <a:srgbClr val="000000"/>
                </a:solidFill>
              </a:rPr>
              <a:t> and a </a:t>
            </a:r>
            <a:r>
              <a:rPr lang="en-GB" sz="1500" b="1" i="0" dirty="0">
                <a:solidFill>
                  <a:srgbClr val="7500C0"/>
                </a:solidFill>
                <a:latin typeface="Consolas"/>
                <a:cs typeface="Consolas"/>
              </a:rPr>
              <a:t>description</a:t>
            </a:r>
            <a:r>
              <a:rPr lang="en-GB" sz="1500" b="0" i="0" dirty="0">
                <a:solidFill>
                  <a:srgbClr val="000000"/>
                </a:solidFill>
              </a:rPr>
              <a:t> that acts as the trigger, e.g. “Interview the user relentlessly about a plan or design until every decision is resolved. Use when the user says ‘grill me’.”</a:t>
            </a:r>
          </a:p>
        </p:txBody>
      </p:sp>
      <p:sp>
        <p:nvSpPr>
          <p:cNvPr id="14" name="Step 3 Card">
            <a:extLst>
              <a:ext uri="{FF2B5EF4-FFF2-40B4-BE49-F238E27FC236}">
                <a16:creationId xmlns:a16="http://schemas.microsoft.com/office/drawing/2014/main" id="{318AA880-CFBA-3953-8552-BC4229BE57B3}"/>
              </a:ext>
            </a:extLst>
          </p:cNvPr>
          <p:cNvSpPr/>
          <p:nvPr/>
        </p:nvSpPr>
        <p:spPr>
          <a:xfrm>
            <a:off x="4480560" y="3749040"/>
            <a:ext cx="7330470" cy="128016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Step 3 Number">
            <a:extLst>
              <a:ext uri="{FF2B5EF4-FFF2-40B4-BE49-F238E27FC236}">
                <a16:creationId xmlns:a16="http://schemas.microsoft.com/office/drawing/2014/main" id="{EE187F06-C439-6820-42E9-81C1811FC57B}"/>
              </a:ext>
            </a:extLst>
          </p:cNvPr>
          <p:cNvSpPr/>
          <p:nvPr/>
        </p:nvSpPr>
        <p:spPr>
          <a:xfrm>
            <a:off x="4663440" y="40919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 3 Text">
            <a:extLst>
              <a:ext uri="{FF2B5EF4-FFF2-40B4-BE49-F238E27FC236}">
                <a16:creationId xmlns:a16="http://schemas.microsoft.com/office/drawing/2014/main" id="{4E3108D9-924A-CDB6-8B2B-05C3FC250235}"/>
              </a:ext>
            </a:extLst>
          </p:cNvPr>
          <p:cNvSpPr/>
          <p:nvPr/>
        </p:nvSpPr>
        <p:spPr>
          <a:xfrm>
            <a:off x="5440680" y="3749040"/>
            <a:ext cx="6217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 dirty="0">
                <a:solidFill>
                  <a:srgbClr val="000000"/>
                </a:solidFill>
              </a:rPr>
              <a:t>In the body, tell Claude </a:t>
            </a:r>
            <a:r>
              <a:rPr lang="en-GB" sz="1500" b="0" i="0">
                <a:solidFill>
                  <a:srgbClr val="000000"/>
                </a:solidFill>
              </a:rPr>
              <a:t>to</a:t>
            </a:r>
            <a:r>
              <a:rPr lang="en-GB" sz="1500" b="0" i="0" dirty="0">
                <a:solidFill>
                  <a:srgbClr val="000000"/>
                </a:solidFill>
              </a:rPr>
              <a:t>: ask one question at a time, walk every branch of the decision tree, suggest a recommended answer, check the codebase instead of asking when it can, and end with a summary of decisions.</a:t>
            </a:r>
          </a:p>
        </p:txBody>
      </p:sp>
      <p:sp>
        <p:nvSpPr>
          <p:cNvPr id="17" name="Step 4 Card">
            <a:extLst>
              <a:ext uri="{FF2B5EF4-FFF2-40B4-BE49-F238E27FC236}">
                <a16:creationId xmlns:a16="http://schemas.microsoft.com/office/drawing/2014/main" id="{AD0199B7-B579-A469-EEBE-B009BB505E78}"/>
              </a:ext>
            </a:extLst>
          </p:cNvPr>
          <p:cNvSpPr/>
          <p:nvPr/>
        </p:nvSpPr>
        <p:spPr>
          <a:xfrm>
            <a:off x="4480560" y="512064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8" name="Step 4 Number">
            <a:extLst>
              <a:ext uri="{FF2B5EF4-FFF2-40B4-BE49-F238E27FC236}">
                <a16:creationId xmlns:a16="http://schemas.microsoft.com/office/drawing/2014/main" id="{DC268284-B797-E3D8-C42B-E5D67A68624D}"/>
              </a:ext>
            </a:extLst>
          </p:cNvPr>
          <p:cNvSpPr/>
          <p:nvPr/>
        </p:nvSpPr>
        <p:spPr>
          <a:xfrm>
            <a:off x="4663440" y="532638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 4 Text">
            <a:extLst>
              <a:ext uri="{FF2B5EF4-FFF2-40B4-BE49-F238E27FC236}">
                <a16:creationId xmlns:a16="http://schemas.microsoft.com/office/drawing/2014/main" id="{1DD8ADE5-8E14-4FDB-89D7-3ABF876D1049}"/>
              </a:ext>
            </a:extLst>
          </p:cNvPr>
          <p:cNvSpPr/>
          <p:nvPr/>
        </p:nvSpPr>
        <p:spPr>
          <a:xfrm>
            <a:off x="5440680" y="512064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 dirty="0">
                <a:solidFill>
                  <a:srgbClr val="000000"/>
                </a:solidFill>
              </a:rPr>
              <a:t>Run </a:t>
            </a:r>
            <a:r>
              <a:rPr lang="en-GB" sz="1500" b="1" i="0" dirty="0">
                <a:solidFill>
                  <a:srgbClr val="7500C0"/>
                </a:solidFill>
                <a:latin typeface="Consolas"/>
                <a:cs typeface="Consolas"/>
              </a:rPr>
              <a:t>/skills</a:t>
            </a:r>
            <a:r>
              <a:rPr lang="en-GB" sz="1500" b="0" i="0" dirty="0">
                <a:solidFill>
                  <a:srgbClr val="000000"/>
                </a:solidFill>
              </a:rPr>
              <a:t> to confirm it’s loaded, then try it: </a:t>
            </a:r>
            <a:r>
              <a:rPr lang="en-GB" sz="1500" b="1" i="0" dirty="0">
                <a:solidFill>
                  <a:srgbClr val="7500C0"/>
                </a:solidFill>
                <a:latin typeface="Consolas"/>
                <a:cs typeface="Consolas"/>
              </a:rPr>
              <a:t>“Grill me on my plan to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add new pagen into site in broken-page</a:t>
            </a:r>
            <a:r>
              <a:rPr lang="en-GB" sz="1500" b="1" i="0" dirty="0">
                <a:solidFill>
                  <a:srgbClr val="7500C0"/>
                </a:solidFill>
                <a:latin typeface="Consolas"/>
                <a:cs typeface="Consolas"/>
              </a:rPr>
              <a:t>.html.”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2D6C8797-172B-2096-9100-3D0E49D1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80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C2324D-5550-9C90-AF75-B0CAE0F059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171EFF-2485-9032-3CD4-EF647058B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010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977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5515D-D385-D5AB-37D6-F3D5A9A5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0819-2FE8-DD3E-89C8-3467A761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/>
              <a:t>MCP</a:t>
            </a:r>
            <a:endParaRPr lang="en-S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5BCB43-65DA-EE89-F5A3-E95A99DD88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610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8-2C41-948A-F16A-FDF75ED8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>
                <a:solidFill>
                  <a:schemeClr val="accent1"/>
                </a:solidFill>
              </a:rPr>
              <a:t>MCP</a:t>
            </a:r>
            <a:r>
              <a:rPr lang="en-SK"/>
              <a:t> servers in a nutshell</a:t>
            </a:r>
            <a:br>
              <a:rPr lang="en-SK"/>
            </a:b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82A10-829C-DDFF-36B6-438FB8B03A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30" y="1600200"/>
            <a:ext cx="6949440" cy="4480560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lang="en-GB" sz="2000"/>
              <a:t>Model Context Protocol: an open standard (introduced by Anthropic, Nov 2024) – that connects agents to tools and data</a:t>
            </a:r>
          </a:p>
          <a:p>
            <a:pPr>
              <a:spcAft>
                <a:spcPts val="1400"/>
              </a:spcAft>
            </a:pPr>
            <a:r>
              <a:rPr lang="en-GB" sz="2000"/>
              <a:t>Servers expose three primitives: tools (actions), resources (data) and prompts (templates)</a:t>
            </a:r>
          </a:p>
          <a:p>
            <a:pPr>
              <a:spcAft>
                <a:spcPts val="1400"/>
              </a:spcAft>
            </a:pPr>
            <a:r>
              <a:rPr lang="en-SK" sz="2000"/>
              <a:t>Run locally over stdio or remotely over HTTP; messages use JSON-RPC 2.0</a:t>
            </a:r>
          </a:p>
          <a:p>
            <a:pPr>
              <a:spcAft>
                <a:spcPts val="1400"/>
              </a:spcAft>
            </a:pPr>
            <a:r>
              <a:rPr lang="en-SK" sz="2000"/>
              <a:t>In Claude Code: claude mcp add, scoped local, project (.mcp.json) or user; check status with </a:t>
            </a:r>
            <a:r>
              <a:rPr lang="en-SK" sz="2000">
                <a:solidFill>
                  <a:schemeClr val="accent1"/>
                </a:solidFill>
              </a:rPr>
              <a:t>/mcp</a:t>
            </a:r>
            <a:endParaRPr lang="en-SK" sz="2200">
              <a:solidFill>
                <a:schemeClr val="accent1"/>
              </a:solidFill>
            </a:endParaRPr>
          </a:p>
          <a:p>
            <a:pPr>
              <a:spcAft>
                <a:spcPts val="1400"/>
              </a:spcAft>
            </a:pPr>
            <a:endParaRPr lang="en-SK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14AC-74E5-D550-0813-95479833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63840" y="16002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/>
              <a:t>e.g. Claude Code connected to: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103120"/>
            <a:ext cx="3657600" cy="548640"/>
          </a:xfrm>
          <a:prstGeom prst="roundRect">
            <a:avLst/>
          </a:prstGeom>
          <a:solidFill>
            <a:srgbClr val="64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Claude Code (MCP host + client)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3108960"/>
            <a:ext cx="3108960" cy="54864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GitHub MCP server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38160" y="3383279"/>
            <a:ext cx="274320" cy="0"/>
          </a:xfrm>
          <a:prstGeom prst="line">
            <a:avLst/>
          </a:prstGeom>
          <a:ln w="19050">
            <a:solidFill>
              <a:srgbClr val="460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0" y="3886200"/>
            <a:ext cx="3108960" cy="54864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Database MCP server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38160" y="4160520"/>
            <a:ext cx="274320" cy="0"/>
          </a:xfrm>
          <a:prstGeom prst="line">
            <a:avLst/>
          </a:prstGeom>
          <a:ln w="19050">
            <a:solidFill>
              <a:srgbClr val="460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0" y="4663440"/>
            <a:ext cx="3108960" cy="54864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Jira / Figma MCP server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38160" y="4937759"/>
            <a:ext cx="274320" cy="0"/>
          </a:xfrm>
          <a:prstGeom prst="line">
            <a:avLst/>
          </a:prstGeom>
          <a:ln w="19050">
            <a:solidFill>
              <a:srgbClr val="460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" y="2651760"/>
            <a:ext cx="0" cy="2285999"/>
          </a:xfrm>
          <a:prstGeom prst="line">
            <a:avLst/>
          </a:prstGeom>
          <a:ln w="19050">
            <a:solidFill>
              <a:srgbClr val="460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63840" y="5486400"/>
            <a:ext cx="3657600" cy="548640"/>
          </a:xfrm>
          <a:prstGeom prst="roundRect">
            <a:avLst/>
          </a:prstGeom>
          <a:solidFill>
            <a:srgbClr val="DC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00000"/>
                </a:solidFill>
              </a:rPr>
              <a:t>One protocol, any tool or data source</a:t>
            </a:r>
          </a:p>
        </p:txBody>
      </p:sp>
    </p:spTree>
    <p:extLst>
      <p:ext uri="{BB962C8B-B14F-4D97-AF65-F5344CB8AC3E}">
        <p14:creationId xmlns:p14="http://schemas.microsoft.com/office/powerpoint/2010/main" val="3047985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4695-A4F7-F210-D27E-7ACA1E03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8F1BC9-D08F-8D0A-6FD2-DF9E12C41D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8E13B-7509-4E26-672F-9F64845E75A2}"/>
              </a:ext>
            </a:extLst>
          </p:cNvPr>
          <p:cNvSpPr txBox="1"/>
          <p:nvPr/>
        </p:nvSpPr>
        <p:spPr>
          <a:xfrm>
            <a:off x="2210936" y="2634017"/>
            <a:ext cx="7410736" cy="129653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SK" sz="2800" noProof="0"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en-GB" sz="2800">
                <a:latin typeface="Consolas" panose="020B0609020204030204" pitchFamily="49" charset="0"/>
                <a:cs typeface="Consolas" panose="020B0609020204030204" pitchFamily="49" charset="0"/>
              </a:rPr>
              <a:t>Use Playwright MCP to open google.com </a:t>
            </a:r>
          </a:p>
          <a:p>
            <a:pPr algn="ctr" defTabSz="228600">
              <a:spcAft>
                <a:spcPts val="1200"/>
              </a:spcAft>
            </a:pPr>
            <a:r>
              <a:rPr lang="en-GB" sz="2800">
                <a:latin typeface="Consolas" panose="020B0609020204030204" pitchFamily="49" charset="0"/>
                <a:cs typeface="Consolas" panose="020B0609020204030204" pitchFamily="49" charset="0"/>
              </a:rPr>
              <a:t>and search for cat images</a:t>
            </a:r>
            <a:r>
              <a:rPr lang="en-SK" sz="2800" noProof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  <a:endParaRPr lang="en-SK" sz="2800" noProof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2275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1DFE7-C354-F6BB-48CF-2C59B4928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4FC4-F80D-1779-435F-C32105D6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Fun</a:t>
            </a:r>
            <a:r>
              <a:rPr lang="en-GB"/>
              <a:t> fact</a:t>
            </a:r>
          </a:p>
        </p:txBody>
      </p:sp>
      <p:sp>
        <p:nvSpPr>
          <p:cNvPr id="3" name="Fun Fact Card">
            <a:extLst>
              <a:ext uri="{FF2B5EF4-FFF2-40B4-BE49-F238E27FC236}">
                <a16:creationId xmlns:a16="http://schemas.microsoft.com/office/drawing/2014/main" id="{1473B77D-FF33-B6C3-279E-1A1F8B5D9BAC}"/>
              </a:ext>
            </a:extLst>
          </p:cNvPr>
          <p:cNvSpPr/>
          <p:nvPr/>
        </p:nvSpPr>
        <p:spPr>
          <a:xfrm>
            <a:off x="381030" y="1600200"/>
            <a:ext cx="11430000" cy="42062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2700000" scaled="0"/>
          </a:gra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Chevron Accent">
            <a:extLst>
              <a:ext uri="{FF2B5EF4-FFF2-40B4-BE49-F238E27FC236}">
                <a16:creationId xmlns:a16="http://schemas.microsoft.com/office/drawing/2014/main" id="{3206108F-9632-9F5A-C27C-007692EEA859}"/>
              </a:ext>
            </a:extLst>
          </p:cNvPr>
          <p:cNvSpPr/>
          <p:nvPr/>
        </p:nvSpPr>
        <p:spPr>
          <a:xfrm>
            <a:off x="10789920" y="1783080"/>
            <a:ext cx="731520" cy="731520"/>
          </a:xfrm>
          <a:prstGeom prst="chevron">
            <a:avLst>
              <a:gd name="adj" fmla="val 60000"/>
            </a:avLst>
          </a:prstGeom>
          <a:noFill/>
          <a:ln w="38100">
            <a:solidFill>
              <a:srgbClr val="A100FF"/>
            </a:solidFill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Exclamation Circle">
            <a:extLst>
              <a:ext uri="{FF2B5EF4-FFF2-40B4-BE49-F238E27FC236}">
                <a16:creationId xmlns:a16="http://schemas.microsoft.com/office/drawing/2014/main" id="{41B7D0F2-2E43-2E0D-F157-1ACF5CA9A988}"/>
              </a:ext>
            </a:extLst>
          </p:cNvPr>
          <p:cNvSpPr/>
          <p:nvPr/>
        </p:nvSpPr>
        <p:spPr>
          <a:xfrm>
            <a:off x="731520" y="2560320"/>
            <a:ext cx="2286000" cy="2286000"/>
          </a:xfrm>
          <a:prstGeom prst="ellipse">
            <a:avLst/>
          </a:prstGeom>
          <a:solidFill>
            <a:srgbClr val="A100FF"/>
          </a:solidFill>
          <a:ln w="76200">
            <a:solidFill>
              <a:srgbClr val="DCAFFF"/>
            </a:solidFill>
          </a:ln>
        </p:spPr>
        <p:txBody>
          <a:bodyPr lIns="0" tIns="0" rIns="0" bIns="0" rtlCol="0" anchor="ctr"/>
          <a:lstStyle/>
          <a:p>
            <a:pPr algn="ctr"/>
            <a:endParaRPr lang="en-GB" sz="115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6" name="Fun Fact Tag">
            <a:extLst>
              <a:ext uri="{FF2B5EF4-FFF2-40B4-BE49-F238E27FC236}">
                <a16:creationId xmlns:a16="http://schemas.microsoft.com/office/drawing/2014/main" id="{42C88956-70F0-8AE7-50C1-5964CED830ED}"/>
              </a:ext>
            </a:extLst>
          </p:cNvPr>
          <p:cNvSpPr/>
          <p:nvPr/>
        </p:nvSpPr>
        <p:spPr>
          <a:xfrm>
            <a:off x="3474720" y="2103120"/>
            <a:ext cx="3158092" cy="45720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GB" sz="1600" b="1" spc="100">
                <a:solidFill>
                  <a:srgbClr val="000000"/>
                </a:solidFill>
              </a:rPr>
              <a:t>DID YOU KNOW?</a:t>
            </a:r>
          </a:p>
        </p:txBody>
      </p:sp>
      <p:sp>
        <p:nvSpPr>
          <p:cNvPr id="7" name="Fact Headline">
            <a:extLst>
              <a:ext uri="{FF2B5EF4-FFF2-40B4-BE49-F238E27FC236}">
                <a16:creationId xmlns:a16="http://schemas.microsoft.com/office/drawing/2014/main" id="{1A947E68-AA1C-5420-8027-162E6BF7EE65}"/>
              </a:ext>
            </a:extLst>
          </p:cNvPr>
          <p:cNvSpPr txBox="1"/>
          <p:nvPr/>
        </p:nvSpPr>
        <p:spPr>
          <a:xfrm>
            <a:off x="3474720" y="2651760"/>
            <a:ext cx="8046720" cy="9144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r>
              <a:rPr lang="en-GB" sz="2600" b="1">
                <a:solidFill>
                  <a:srgbClr val="FFFFFF"/>
                </a:solidFill>
              </a:rPr>
              <a:t>The three primitives compose — a skill can even run inside a subagent</a:t>
            </a:r>
          </a:p>
        </p:txBody>
      </p:sp>
      <p:sp>
        <p:nvSpPr>
          <p:cNvPr id="8" name="Fact Subline">
            <a:extLst>
              <a:ext uri="{FF2B5EF4-FFF2-40B4-BE49-F238E27FC236}">
                <a16:creationId xmlns:a16="http://schemas.microsoft.com/office/drawing/2014/main" id="{81451FF3-7C15-B9A4-F372-48B12405E578}"/>
              </a:ext>
            </a:extLst>
          </p:cNvPr>
          <p:cNvSpPr txBox="1"/>
          <p:nvPr/>
        </p:nvSpPr>
        <p:spPr>
          <a:xfrm>
            <a:off x="3474720" y="3566160"/>
            <a:ext cx="8046720" cy="73152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r>
              <a:rPr lang="en-GB" sz="1600">
                <a:solidFill>
                  <a:srgbClr val="DCAFFF"/>
                </a:solidFill>
              </a:rPr>
              <a:t>A skill runs inside a subagent via context: fork in its frontmatter; a subagent preloads skills at startup via a skills field. First-class composition, not a workaround.</a:t>
            </a:r>
          </a:p>
        </p:txBody>
      </p:sp>
      <p:sp>
        <p:nvSpPr>
          <p:cNvPr id="9" name="Explore Pill">
            <a:extLst>
              <a:ext uri="{FF2B5EF4-FFF2-40B4-BE49-F238E27FC236}">
                <a16:creationId xmlns:a16="http://schemas.microsoft.com/office/drawing/2014/main" id="{F72D0386-915A-487B-715D-057055089B31}"/>
              </a:ext>
            </a:extLst>
          </p:cNvPr>
          <p:cNvSpPr/>
          <p:nvPr/>
        </p:nvSpPr>
        <p:spPr>
          <a:xfrm>
            <a:off x="3474720" y="4389120"/>
            <a:ext cx="2560320" cy="82296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GB" sz="2000" b="1">
                <a:solidFill>
                  <a:srgbClr val="000000"/>
                </a:solidFill>
              </a:rPr>
              <a:t>MCP server</a:t>
            </a:r>
          </a:p>
          <a:p>
            <a:pPr algn="ctr"/>
            <a:r>
              <a:rPr lang="en-GB" sz="1400">
                <a:solidFill>
                  <a:srgbClr val="000000"/>
                </a:solidFill>
              </a:rPr>
              <a:t>for the connection</a:t>
            </a:r>
          </a:p>
        </p:txBody>
      </p:sp>
      <p:sp>
        <p:nvSpPr>
          <p:cNvPr id="10" name="Plan Pill">
            <a:extLst>
              <a:ext uri="{FF2B5EF4-FFF2-40B4-BE49-F238E27FC236}">
                <a16:creationId xmlns:a16="http://schemas.microsoft.com/office/drawing/2014/main" id="{F85A5CC5-A5BF-9FB4-4EBE-CF551B0D93F0}"/>
              </a:ext>
            </a:extLst>
          </p:cNvPr>
          <p:cNvSpPr/>
          <p:nvPr/>
        </p:nvSpPr>
        <p:spPr>
          <a:xfrm>
            <a:off x="6217920" y="4389120"/>
            <a:ext cx="2560320" cy="82296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GB" sz="2000" b="1">
                <a:solidFill>
                  <a:srgbClr val="000000"/>
                </a:solidFill>
              </a:rPr>
              <a:t>Skill</a:t>
            </a:r>
          </a:p>
          <a:p>
            <a:pPr algn="ctr"/>
            <a:r>
              <a:rPr lang="en-GB" sz="1400">
                <a:solidFill>
                  <a:srgbClr val="000000"/>
                </a:solidFill>
              </a:rPr>
              <a:t>for the know-how</a:t>
            </a:r>
          </a:p>
        </p:txBody>
      </p:sp>
      <p:sp>
        <p:nvSpPr>
          <p:cNvPr id="40" name="Subagent Pill">
            <a:extLst>
              <a:ext uri="{FF2B5EF4-FFF2-40B4-BE49-F238E27FC236}">
                <a16:creationId xmlns:a16="http://schemas.microsoft.com/office/drawing/2014/main" id="{F85A5CC5-A5BF-9FB4-4EBE-CF551B0D93F0}"/>
              </a:ext>
            </a:extLst>
          </p:cNvPr>
          <p:cNvSpPr/>
          <p:nvPr/>
        </p:nvSpPr>
        <p:spPr>
          <a:xfrm>
            <a:off x="8961120" y="4389120"/>
            <a:ext cx="2560320" cy="822960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txBody>
          <a:bodyPr lIns="91440" tIns="45720" rIns="91440" bIns="45720" rtlCol="0" anchor="ctr"/>
          <a:lstStyle/>
          <a:p>
            <a:pPr algn="ctr"/>
            <a:r>
              <a:rPr lang="en-GB" sz="2000" b="1">
                <a:solidFill>
                  <a:srgbClr val="000000"/>
                </a:solidFill>
              </a:rPr>
              <a:t>Subagent</a:t>
            </a:r>
          </a:p>
          <a:p>
            <a:pPr algn="ctr"/>
            <a:r>
              <a:rPr lang="en-GB" sz="1400">
                <a:solidFill>
                  <a:srgbClr val="000000"/>
                </a:solidFill>
              </a:rPr>
              <a:t>for isolation</a:t>
            </a:r>
          </a:p>
        </p:txBody>
      </p:sp>
      <p:sp>
        <p:nvSpPr>
          <p:cNvPr id="41" name="Setup Caption"/>
          <p:cNvSpPr txBox="1"/>
          <p:nvPr/>
        </p:nvSpPr>
        <p:spPr>
          <a:xfrm>
            <a:off x="3474720" y="5303520"/>
            <a:ext cx="8046720" cy="36576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r>
              <a:rPr lang="en-GB" sz="1400" i="1">
                <a:solidFill>
                  <a:srgbClr val="DCAFFF"/>
                </a:solidFill>
              </a:rPr>
              <a:t>A typical power setup uses all three at once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D5DCEB1-62A5-649A-8C82-2ACC7DC5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42</a:t>
            </a:fld>
            <a:endParaRPr lang="en-US"/>
          </a:p>
        </p:txBody>
      </p:sp>
      <p:pic>
        <p:nvPicPr>
          <p:cNvPr id="13" name="Graphic 12" descr="Information outline">
            <a:extLst>
              <a:ext uri="{FF2B5EF4-FFF2-40B4-BE49-F238E27FC236}">
                <a16:creationId xmlns:a16="http://schemas.microsoft.com/office/drawing/2014/main" id="{41320FF5-59EB-0C7E-D362-F450A4209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431" y="2889231"/>
            <a:ext cx="1628178" cy="162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320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486D2-996D-743F-8A08-70EC27F3A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D066-3023-029B-F17B-B4BD1279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>
                <a:solidFill>
                  <a:schemeClr val="accent1"/>
                </a:solidFill>
              </a:rPr>
              <a:t>Exercise:</a:t>
            </a:r>
            <a:r>
              <a:rPr lang="en-GB" sz="3200"/>
              <a:t> Playwright MCP in action</a:t>
            </a:r>
          </a:p>
        </p:txBody>
      </p:sp>
      <p:sp>
        <p:nvSpPr>
          <p:cNvPr id="3" name="Exercise Panel">
            <a:extLst>
              <a:ext uri="{FF2B5EF4-FFF2-40B4-BE49-F238E27FC236}">
                <a16:creationId xmlns:a16="http://schemas.microsoft.com/office/drawing/2014/main" id="{E4F78C91-930E-613E-05BC-07CD7046C250}"/>
              </a:ext>
            </a:extLst>
          </p:cNvPr>
          <p:cNvSpPr/>
          <p:nvPr/>
        </p:nvSpPr>
        <p:spPr>
          <a:xfrm>
            <a:off x="381030" y="1463040"/>
            <a:ext cx="3840480" cy="46634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5400000" scaled="0"/>
          </a:gra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" name="Exercise Badge">
            <a:extLst>
              <a:ext uri="{FF2B5EF4-FFF2-40B4-BE49-F238E27FC236}">
                <a16:creationId xmlns:a16="http://schemas.microsoft.com/office/drawing/2014/main" id="{3103FDA1-CC07-B509-3508-8569B7B0FE9D}"/>
              </a:ext>
            </a:extLst>
          </p:cNvPr>
          <p:cNvSpPr/>
          <p:nvPr/>
        </p:nvSpPr>
        <p:spPr>
          <a:xfrm>
            <a:off x="640080" y="173736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1400" b="1" i="0">
                <a:solidFill>
                  <a:srgbClr val="000000"/>
                </a:solidFill>
              </a:rPr>
              <a:t>HANDS-ON EXERCISE</a:t>
            </a:r>
          </a:p>
        </p:txBody>
      </p:sp>
      <p:sp>
        <p:nvSpPr>
          <p:cNvPr id="5" name="Goal Label">
            <a:extLst>
              <a:ext uri="{FF2B5EF4-FFF2-40B4-BE49-F238E27FC236}">
                <a16:creationId xmlns:a16="http://schemas.microsoft.com/office/drawing/2014/main" id="{8EB1D213-5F8C-03E8-CD8C-B025A7624E37}"/>
              </a:ext>
            </a:extLst>
          </p:cNvPr>
          <p:cNvSpPr/>
          <p:nvPr/>
        </p:nvSpPr>
        <p:spPr>
          <a:xfrm>
            <a:off x="640080" y="2377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400" b="1" i="0">
                <a:solidFill>
                  <a:srgbClr val="00FFFF"/>
                </a:solidFill>
              </a:rPr>
              <a:t>GOAL</a:t>
            </a:r>
          </a:p>
        </p:txBody>
      </p:sp>
      <p:sp>
        <p:nvSpPr>
          <p:cNvPr id="6" name="Goal Text">
            <a:extLst>
              <a:ext uri="{FF2B5EF4-FFF2-40B4-BE49-F238E27FC236}">
                <a16:creationId xmlns:a16="http://schemas.microsoft.com/office/drawing/2014/main" id="{F6F8A2DE-BC30-128A-4C42-434FFFD711C0}"/>
              </a:ext>
            </a:extLst>
          </p:cNvPr>
          <p:cNvSpPr/>
          <p:nvPr/>
        </p:nvSpPr>
        <p:spPr>
          <a:xfrm>
            <a:off x="640080" y="274320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Drive a real browser with Playwright MCP: open a live site, highlight a workshop and save a screenshot.</a:t>
            </a:r>
          </a:p>
        </p:txBody>
      </p:sp>
      <p:sp>
        <p:nvSpPr>
          <p:cNvPr id="7" name="Code Glyph">
            <a:extLst>
              <a:ext uri="{FF2B5EF4-FFF2-40B4-BE49-F238E27FC236}">
                <a16:creationId xmlns:a16="http://schemas.microsoft.com/office/drawing/2014/main" id="{29B08401-5774-6451-B261-74DD52ED34DC}"/>
              </a:ext>
            </a:extLst>
          </p:cNvPr>
          <p:cNvSpPr/>
          <p:nvPr/>
        </p:nvSpPr>
        <p:spPr>
          <a:xfrm>
            <a:off x="640080" y="493776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5400" b="1" i="0">
                <a:solidFill>
                  <a:srgbClr val="A100FF"/>
                </a:solidFill>
                <a:latin typeface="Arial Black"/>
                <a:cs typeface="Arial Black"/>
              </a:rPr>
              <a:t>&lt;/&gt;</a:t>
            </a:r>
          </a:p>
        </p:txBody>
      </p:sp>
      <p:sp>
        <p:nvSpPr>
          <p:cNvPr id="8" name="Step 1 Card">
            <a:extLst>
              <a:ext uri="{FF2B5EF4-FFF2-40B4-BE49-F238E27FC236}">
                <a16:creationId xmlns:a16="http://schemas.microsoft.com/office/drawing/2014/main" id="{AE3B81DF-5A5B-9425-600F-FA00AF9DCC34}"/>
              </a:ext>
            </a:extLst>
          </p:cNvPr>
          <p:cNvSpPr/>
          <p:nvPr/>
        </p:nvSpPr>
        <p:spPr>
          <a:xfrm>
            <a:off x="4480560" y="1463040"/>
            <a:ext cx="7330470" cy="82296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9" name="Step 1 Number">
            <a:extLst>
              <a:ext uri="{FF2B5EF4-FFF2-40B4-BE49-F238E27FC236}">
                <a16:creationId xmlns:a16="http://schemas.microsoft.com/office/drawing/2014/main" id="{9D5CD403-56C5-D426-E8B7-F673D35FCA7E}"/>
              </a:ext>
            </a:extLst>
          </p:cNvPr>
          <p:cNvSpPr/>
          <p:nvPr/>
        </p:nvSpPr>
        <p:spPr>
          <a:xfrm>
            <a:off x="4663440" y="15773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 1 Text">
            <a:extLst>
              <a:ext uri="{FF2B5EF4-FFF2-40B4-BE49-F238E27FC236}">
                <a16:creationId xmlns:a16="http://schemas.microsoft.com/office/drawing/2014/main" id="{05AA92DA-878A-F291-A9F6-C2102C4E1013}"/>
              </a:ext>
            </a:extLst>
          </p:cNvPr>
          <p:cNvSpPr/>
          <p:nvPr/>
        </p:nvSpPr>
        <p:spPr>
          <a:xfrm>
            <a:off x="5440680" y="146304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Add Playwright MCP server: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claude mcp add playwright npx @playwright/mcp@latest</a:t>
            </a:r>
          </a:p>
        </p:txBody>
      </p:sp>
      <p:sp>
        <p:nvSpPr>
          <p:cNvPr id="11" name="Step 2 Card">
            <a:extLst>
              <a:ext uri="{FF2B5EF4-FFF2-40B4-BE49-F238E27FC236}">
                <a16:creationId xmlns:a16="http://schemas.microsoft.com/office/drawing/2014/main" id="{BDBCDD34-4F25-FE62-78AD-62383D409F51}"/>
              </a:ext>
            </a:extLst>
          </p:cNvPr>
          <p:cNvSpPr/>
          <p:nvPr/>
        </p:nvSpPr>
        <p:spPr>
          <a:xfrm>
            <a:off x="4480560" y="2377440"/>
            <a:ext cx="7330470" cy="128016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2" name="Step 2 Number">
            <a:extLst>
              <a:ext uri="{FF2B5EF4-FFF2-40B4-BE49-F238E27FC236}">
                <a16:creationId xmlns:a16="http://schemas.microsoft.com/office/drawing/2014/main" id="{E8291D09-F676-805B-A5F9-B088FB056DC7}"/>
              </a:ext>
            </a:extLst>
          </p:cNvPr>
          <p:cNvSpPr/>
          <p:nvPr/>
        </p:nvSpPr>
        <p:spPr>
          <a:xfrm>
            <a:off x="4663440" y="27203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 2 Text">
            <a:extLst>
              <a:ext uri="{FF2B5EF4-FFF2-40B4-BE49-F238E27FC236}">
                <a16:creationId xmlns:a16="http://schemas.microsoft.com/office/drawing/2014/main" id="{11073C0F-A88E-F821-96B3-DB444E650BF7}"/>
              </a:ext>
            </a:extLst>
          </p:cNvPr>
          <p:cNvSpPr/>
          <p:nvPr/>
        </p:nvSpPr>
        <p:spPr>
          <a:xfrm>
            <a:off x="5440680" y="2377440"/>
            <a:ext cx="6217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r>
              <a:rPr lang="en-GB" sz="1500">
                <a:solidFill>
                  <a:srgbClr val="000000"/>
                </a:solidFill>
              </a:rPr>
              <a:t>Create a skill: </a:t>
            </a:r>
            <a:r>
              <a:rPr lang="en-GB" sz="1500" b="1">
                <a:solidFill>
                  <a:srgbClr val="7500C0"/>
                </a:solidFill>
                <a:latin typeface="Consolas"/>
                <a:cs typeface="Consolas"/>
              </a:rPr>
              <a:t>.claude/skills/workshop-finder/SKILL.md</a:t>
            </a:r>
            <a:r>
              <a:rPr lang="en-GB" sz="1500">
                <a:solidFill>
                  <a:srgbClr val="000000"/>
                </a:solidFill>
              </a:rPr>
              <a:t> that accepts a name of workshop and then uses</a:t>
            </a:r>
            <a:r>
              <a:rPr lang="en-GB" sz="1500" b="0" i="0">
                <a:solidFill>
                  <a:srgbClr val="000000"/>
                </a:solidFill>
              </a:rPr>
              <a:t> Playwright MCP to visit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  <a:hlinkClick r:id="rId2"/>
              </a:rPr>
              <a:t>https://www.openslava.sk/2026/#/workshops</a:t>
            </a:r>
            <a:r>
              <a:rPr lang="en-GB" sz="1500" b="0" i="0">
                <a:solidFill>
                  <a:srgbClr val="000000"/>
                </a:solidFill>
              </a:rPr>
              <a:t> and highlights the workshop and creates screenshot in the project root.</a:t>
            </a:r>
          </a:p>
        </p:txBody>
      </p:sp>
      <p:sp>
        <p:nvSpPr>
          <p:cNvPr id="14" name="Step 3 Card">
            <a:extLst>
              <a:ext uri="{FF2B5EF4-FFF2-40B4-BE49-F238E27FC236}">
                <a16:creationId xmlns:a16="http://schemas.microsoft.com/office/drawing/2014/main" id="{318AA880-CFBA-3953-8552-BC4229BE57B3}"/>
              </a:ext>
            </a:extLst>
          </p:cNvPr>
          <p:cNvSpPr/>
          <p:nvPr/>
        </p:nvSpPr>
        <p:spPr>
          <a:xfrm>
            <a:off x="4480560" y="3749040"/>
            <a:ext cx="7330470" cy="128016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Step 3 Number">
            <a:extLst>
              <a:ext uri="{FF2B5EF4-FFF2-40B4-BE49-F238E27FC236}">
                <a16:creationId xmlns:a16="http://schemas.microsoft.com/office/drawing/2014/main" id="{EE187F06-C439-6820-42E9-81C1811FC57B}"/>
              </a:ext>
            </a:extLst>
          </p:cNvPr>
          <p:cNvSpPr/>
          <p:nvPr/>
        </p:nvSpPr>
        <p:spPr>
          <a:xfrm>
            <a:off x="4663440" y="40919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 3 Text">
            <a:extLst>
              <a:ext uri="{FF2B5EF4-FFF2-40B4-BE49-F238E27FC236}">
                <a16:creationId xmlns:a16="http://schemas.microsoft.com/office/drawing/2014/main" id="{4E3108D9-924A-CDB6-8B2B-05C3FC250235}"/>
              </a:ext>
            </a:extLst>
          </p:cNvPr>
          <p:cNvSpPr/>
          <p:nvPr/>
        </p:nvSpPr>
        <p:spPr>
          <a:xfrm>
            <a:off x="5440680" y="3749040"/>
            <a:ext cx="6217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Trigger skill and ask for the workshop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“AI Agents, MCP and Real Work”</a:t>
            </a:r>
            <a:r>
              <a:rPr lang="en-GB" sz="1500" b="0" i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7" name="Step 4 Card">
            <a:extLst>
              <a:ext uri="{FF2B5EF4-FFF2-40B4-BE49-F238E27FC236}">
                <a16:creationId xmlns:a16="http://schemas.microsoft.com/office/drawing/2014/main" id="{AD0199B7-B579-A469-EEBE-B009BB505E78}"/>
              </a:ext>
            </a:extLst>
          </p:cNvPr>
          <p:cNvSpPr/>
          <p:nvPr/>
        </p:nvSpPr>
        <p:spPr>
          <a:xfrm>
            <a:off x="4480560" y="512064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8" name="Step 4 Number">
            <a:extLst>
              <a:ext uri="{FF2B5EF4-FFF2-40B4-BE49-F238E27FC236}">
                <a16:creationId xmlns:a16="http://schemas.microsoft.com/office/drawing/2014/main" id="{DC268284-B797-E3D8-C42B-E5D67A68624D}"/>
              </a:ext>
            </a:extLst>
          </p:cNvPr>
          <p:cNvSpPr/>
          <p:nvPr/>
        </p:nvSpPr>
        <p:spPr>
          <a:xfrm>
            <a:off x="4663440" y="532638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 4 Text">
            <a:extLst>
              <a:ext uri="{FF2B5EF4-FFF2-40B4-BE49-F238E27FC236}">
                <a16:creationId xmlns:a16="http://schemas.microsoft.com/office/drawing/2014/main" id="{1DD8ADE5-8E14-4FDB-89D7-3ABF876D1049}"/>
              </a:ext>
            </a:extLst>
          </p:cNvPr>
          <p:cNvSpPr/>
          <p:nvPr/>
        </p:nvSpPr>
        <p:spPr>
          <a:xfrm>
            <a:off x="5440680" y="512064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You should see the screenshot in the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root folder</a:t>
            </a:r>
            <a:r>
              <a:rPr lang="en-GB" sz="1500" b="0" i="0">
                <a:solidFill>
                  <a:srgbClr val="000000"/>
                </a:solidFill>
              </a:rPr>
              <a:t> of your project.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2D6C8797-172B-2096-9100-3D0E49D1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633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3C186-69F0-668A-C0F1-EDCE74455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8A70-6DCA-5938-F9FD-4B269F0A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>
                <a:solidFill>
                  <a:schemeClr val="accent1"/>
                </a:solidFill>
              </a:rPr>
              <a:t>Exercise:</a:t>
            </a:r>
            <a:r>
              <a:rPr lang="en-GB" sz="3200"/>
              <a:t> Issue → Investigate → Implement Fix</a:t>
            </a:r>
          </a:p>
        </p:txBody>
      </p:sp>
      <p:sp>
        <p:nvSpPr>
          <p:cNvPr id="3" name="Exercise Panel">
            <a:extLst>
              <a:ext uri="{FF2B5EF4-FFF2-40B4-BE49-F238E27FC236}">
                <a16:creationId xmlns:a16="http://schemas.microsoft.com/office/drawing/2014/main" id="{CBB82A11-ABAF-83CF-E4C6-7DDF35839171}"/>
              </a:ext>
            </a:extLst>
          </p:cNvPr>
          <p:cNvSpPr/>
          <p:nvPr/>
        </p:nvSpPr>
        <p:spPr>
          <a:xfrm>
            <a:off x="381030" y="1463040"/>
            <a:ext cx="3840480" cy="46634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60073"/>
              </a:gs>
              <a:gs pos="100000">
                <a:srgbClr val="7500C0"/>
              </a:gs>
            </a:gsLst>
            <a:lin ang="5400000" scaled="0"/>
          </a:gra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4" name="Exercise Badge">
            <a:extLst>
              <a:ext uri="{FF2B5EF4-FFF2-40B4-BE49-F238E27FC236}">
                <a16:creationId xmlns:a16="http://schemas.microsoft.com/office/drawing/2014/main" id="{8812903E-CDA7-6FF1-4010-88EBD2BD9552}"/>
              </a:ext>
            </a:extLst>
          </p:cNvPr>
          <p:cNvSpPr/>
          <p:nvPr/>
        </p:nvSpPr>
        <p:spPr>
          <a:xfrm>
            <a:off x="640080" y="1737360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64FF5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1400" b="1" i="0">
                <a:solidFill>
                  <a:srgbClr val="000000"/>
                </a:solidFill>
              </a:rPr>
              <a:t>HANDS-ON EXERCISE</a:t>
            </a:r>
          </a:p>
        </p:txBody>
      </p:sp>
      <p:sp>
        <p:nvSpPr>
          <p:cNvPr id="5" name="Goal Label">
            <a:extLst>
              <a:ext uri="{FF2B5EF4-FFF2-40B4-BE49-F238E27FC236}">
                <a16:creationId xmlns:a16="http://schemas.microsoft.com/office/drawing/2014/main" id="{4DF704D3-286A-0BB5-1400-1E91F509913C}"/>
              </a:ext>
            </a:extLst>
          </p:cNvPr>
          <p:cNvSpPr/>
          <p:nvPr/>
        </p:nvSpPr>
        <p:spPr>
          <a:xfrm>
            <a:off x="640080" y="2377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400" b="1" i="0">
                <a:solidFill>
                  <a:srgbClr val="00FFFF"/>
                </a:solidFill>
              </a:rPr>
              <a:t>GOAL</a:t>
            </a:r>
          </a:p>
        </p:txBody>
      </p:sp>
      <p:sp>
        <p:nvSpPr>
          <p:cNvPr id="6" name="Goal Text">
            <a:extLst>
              <a:ext uri="{FF2B5EF4-FFF2-40B4-BE49-F238E27FC236}">
                <a16:creationId xmlns:a16="http://schemas.microsoft.com/office/drawing/2014/main" id="{A49650DE-CE20-AE43-2B5D-D09264103E28}"/>
              </a:ext>
            </a:extLst>
          </p:cNvPr>
          <p:cNvSpPr/>
          <p:nvPr/>
        </p:nvSpPr>
        <p:spPr>
          <a:xfrm>
            <a:off x="640080" y="2743200"/>
            <a:ext cx="33832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Turn a GitHub issue into a fix: read it via MCP, investigate in a subagent, implement in the main session.</a:t>
            </a:r>
          </a:p>
        </p:txBody>
      </p:sp>
      <p:sp>
        <p:nvSpPr>
          <p:cNvPr id="7" name="Code Glyph">
            <a:extLst>
              <a:ext uri="{FF2B5EF4-FFF2-40B4-BE49-F238E27FC236}">
                <a16:creationId xmlns:a16="http://schemas.microsoft.com/office/drawing/2014/main" id="{2B631512-37DC-4A4A-118F-49C977844439}"/>
              </a:ext>
            </a:extLst>
          </p:cNvPr>
          <p:cNvSpPr/>
          <p:nvPr/>
        </p:nvSpPr>
        <p:spPr>
          <a:xfrm>
            <a:off x="640080" y="493776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5400" b="1" i="0">
                <a:solidFill>
                  <a:srgbClr val="A100FF"/>
                </a:solidFill>
                <a:latin typeface="Arial Black"/>
                <a:cs typeface="Arial Black"/>
              </a:rPr>
              <a:t>&lt;/&gt;</a:t>
            </a:r>
          </a:p>
        </p:txBody>
      </p:sp>
      <p:sp>
        <p:nvSpPr>
          <p:cNvPr id="8" name="Step 1 Card">
            <a:extLst>
              <a:ext uri="{FF2B5EF4-FFF2-40B4-BE49-F238E27FC236}">
                <a16:creationId xmlns:a16="http://schemas.microsoft.com/office/drawing/2014/main" id="{D0725FD3-C9C2-143E-99FE-37F3DC0A075B}"/>
              </a:ext>
            </a:extLst>
          </p:cNvPr>
          <p:cNvSpPr/>
          <p:nvPr/>
        </p:nvSpPr>
        <p:spPr>
          <a:xfrm>
            <a:off x="4480560" y="1463040"/>
            <a:ext cx="7330470" cy="82296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9" name="Step 1 Number">
            <a:extLst>
              <a:ext uri="{FF2B5EF4-FFF2-40B4-BE49-F238E27FC236}">
                <a16:creationId xmlns:a16="http://schemas.microsoft.com/office/drawing/2014/main" id="{2718A5AA-99E0-AC30-20DD-283E67FF1663}"/>
              </a:ext>
            </a:extLst>
          </p:cNvPr>
          <p:cNvSpPr/>
          <p:nvPr/>
        </p:nvSpPr>
        <p:spPr>
          <a:xfrm>
            <a:off x="4663440" y="15773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 1 Text">
            <a:extLst>
              <a:ext uri="{FF2B5EF4-FFF2-40B4-BE49-F238E27FC236}">
                <a16:creationId xmlns:a16="http://schemas.microsoft.com/office/drawing/2014/main" id="{5FE470FA-F30E-FC16-0F3E-18E780EA6E7F}"/>
              </a:ext>
            </a:extLst>
          </p:cNvPr>
          <p:cNvSpPr/>
          <p:nvPr/>
        </p:nvSpPr>
        <p:spPr>
          <a:xfrm>
            <a:off x="5440680" y="146304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Add GitHub MCP server</a:t>
            </a:r>
          </a:p>
        </p:txBody>
      </p:sp>
      <p:sp>
        <p:nvSpPr>
          <p:cNvPr id="11" name="Step 2 Card">
            <a:extLst>
              <a:ext uri="{FF2B5EF4-FFF2-40B4-BE49-F238E27FC236}">
                <a16:creationId xmlns:a16="http://schemas.microsoft.com/office/drawing/2014/main" id="{BBDC747F-CF8B-0FD9-E6DF-D0F8C2C70CD0}"/>
              </a:ext>
            </a:extLst>
          </p:cNvPr>
          <p:cNvSpPr/>
          <p:nvPr/>
        </p:nvSpPr>
        <p:spPr>
          <a:xfrm>
            <a:off x="4480560" y="2377440"/>
            <a:ext cx="7330470" cy="128016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2" name="Step 2 Number">
            <a:extLst>
              <a:ext uri="{FF2B5EF4-FFF2-40B4-BE49-F238E27FC236}">
                <a16:creationId xmlns:a16="http://schemas.microsoft.com/office/drawing/2014/main" id="{5C188AB8-2976-7AE1-4599-0E071C35BB27}"/>
              </a:ext>
            </a:extLst>
          </p:cNvPr>
          <p:cNvSpPr/>
          <p:nvPr/>
        </p:nvSpPr>
        <p:spPr>
          <a:xfrm>
            <a:off x="4663440" y="27203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tep 2 Text">
            <a:extLst>
              <a:ext uri="{FF2B5EF4-FFF2-40B4-BE49-F238E27FC236}">
                <a16:creationId xmlns:a16="http://schemas.microsoft.com/office/drawing/2014/main" id="{8E7C9363-0559-7335-96AF-B41E4480DF21}"/>
              </a:ext>
            </a:extLst>
          </p:cNvPr>
          <p:cNvSpPr/>
          <p:nvPr/>
        </p:nvSpPr>
        <p:spPr>
          <a:xfrm>
            <a:off x="5440680" y="2377440"/>
            <a:ext cx="6217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Create a skill only you can trigger: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.claude/skills/fix-issue/SKILL.md</a:t>
            </a:r>
            <a:r>
              <a:rPr lang="en-GB" sz="1500" b="0" i="0">
                <a:solidFill>
                  <a:srgbClr val="000000"/>
                </a:solidFill>
              </a:rPr>
              <a:t> with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disable-model-invocation: true</a:t>
            </a:r>
            <a:r>
              <a:rPr lang="en-GB" sz="1500" b="0" i="0">
                <a:solidFill>
                  <a:srgbClr val="000000"/>
                </a:solidFill>
              </a:rPr>
              <a:t>. Its body: read the issue via MCP, delegate the investigation, then implement the fix.</a:t>
            </a:r>
          </a:p>
        </p:txBody>
      </p:sp>
      <p:sp>
        <p:nvSpPr>
          <p:cNvPr id="14" name="Step 3 Card">
            <a:extLst>
              <a:ext uri="{FF2B5EF4-FFF2-40B4-BE49-F238E27FC236}">
                <a16:creationId xmlns:a16="http://schemas.microsoft.com/office/drawing/2014/main" id="{F22F0CD2-E79D-1464-121C-725B6D2BCD28}"/>
              </a:ext>
            </a:extLst>
          </p:cNvPr>
          <p:cNvSpPr/>
          <p:nvPr/>
        </p:nvSpPr>
        <p:spPr>
          <a:xfrm>
            <a:off x="4480560" y="3749040"/>
            <a:ext cx="7330470" cy="128016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5" name="Step 3 Number">
            <a:extLst>
              <a:ext uri="{FF2B5EF4-FFF2-40B4-BE49-F238E27FC236}">
                <a16:creationId xmlns:a16="http://schemas.microsoft.com/office/drawing/2014/main" id="{B93644ED-C403-5F3E-C8C0-DE234E260127}"/>
              </a:ext>
            </a:extLst>
          </p:cNvPr>
          <p:cNvSpPr/>
          <p:nvPr/>
        </p:nvSpPr>
        <p:spPr>
          <a:xfrm>
            <a:off x="4663440" y="409194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 3 Text">
            <a:extLst>
              <a:ext uri="{FF2B5EF4-FFF2-40B4-BE49-F238E27FC236}">
                <a16:creationId xmlns:a16="http://schemas.microsoft.com/office/drawing/2014/main" id="{4D2808C3-5E45-C6BB-9716-D0649DDE2304}"/>
              </a:ext>
            </a:extLst>
          </p:cNvPr>
          <p:cNvSpPr/>
          <p:nvPr/>
        </p:nvSpPr>
        <p:spPr>
          <a:xfrm>
            <a:off x="5440680" y="3749040"/>
            <a:ext cx="6217920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Create a subagent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.claude/agents/issue-investigator.md</a:t>
            </a:r>
            <a:r>
              <a:rPr lang="en-GB" sz="1500" b="0" i="0">
                <a:solidFill>
                  <a:srgbClr val="000000"/>
                </a:solidFill>
              </a:rPr>
              <a:t>. It explores the code, finds the root cause and returns a suggested fix - keeping your main context clean.</a:t>
            </a:r>
          </a:p>
        </p:txBody>
      </p:sp>
      <p:sp>
        <p:nvSpPr>
          <p:cNvPr id="17" name="Step 4 Card">
            <a:extLst>
              <a:ext uri="{FF2B5EF4-FFF2-40B4-BE49-F238E27FC236}">
                <a16:creationId xmlns:a16="http://schemas.microsoft.com/office/drawing/2014/main" id="{929EC13A-A043-2EE8-45EF-04679F614A10}"/>
              </a:ext>
            </a:extLst>
          </p:cNvPr>
          <p:cNvSpPr/>
          <p:nvPr/>
        </p:nvSpPr>
        <p:spPr>
          <a:xfrm>
            <a:off x="4480560" y="5120640"/>
            <a:ext cx="7330470" cy="1005840"/>
          </a:xfrm>
          <a:prstGeom prst="roundRect">
            <a:avLst>
              <a:gd name="adj" fmla="val 8000"/>
            </a:avLst>
          </a:prstGeom>
          <a:solidFill>
            <a:srgbClr val="F1E6FF"/>
          </a:solidFill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8" name="Step 4 Number">
            <a:extLst>
              <a:ext uri="{FF2B5EF4-FFF2-40B4-BE49-F238E27FC236}">
                <a16:creationId xmlns:a16="http://schemas.microsoft.com/office/drawing/2014/main" id="{1649765F-465B-5B27-2CDE-B82D57C2354D}"/>
              </a:ext>
            </a:extLst>
          </p:cNvPr>
          <p:cNvSpPr/>
          <p:nvPr/>
        </p:nvSpPr>
        <p:spPr>
          <a:xfrm>
            <a:off x="4663440" y="5326380"/>
            <a:ext cx="594360" cy="59436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lang="en-GB"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 4 Text">
            <a:extLst>
              <a:ext uri="{FF2B5EF4-FFF2-40B4-BE49-F238E27FC236}">
                <a16:creationId xmlns:a16="http://schemas.microsoft.com/office/drawing/2014/main" id="{52CF3A53-E2CF-E8EF-3F07-55CEF10F01ED}"/>
              </a:ext>
            </a:extLst>
          </p:cNvPr>
          <p:cNvSpPr/>
          <p:nvPr/>
        </p:nvSpPr>
        <p:spPr>
          <a:xfrm>
            <a:off x="5440680" y="5120640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spcAft>
                <a:spcPts val="0"/>
              </a:spcAft>
            </a:pPr>
            <a:r>
              <a:rPr lang="en-GB" sz="1500" b="0" i="0">
                <a:solidFill>
                  <a:srgbClr val="000000"/>
                </a:solidFill>
              </a:rPr>
              <a:t>Chain it: run </a:t>
            </a:r>
            <a:r>
              <a:rPr lang="en-GB" sz="1500" b="1" i="0">
                <a:solidFill>
                  <a:srgbClr val="7500C0"/>
                </a:solidFill>
                <a:latin typeface="Consolas"/>
                <a:cs typeface="Consolas"/>
              </a:rPr>
              <a:t>/fix-issue </a:t>
            </a:r>
            <a:r>
              <a:rPr lang="en-GB" sz="1500" b="1">
                <a:solidFill>
                  <a:srgbClr val="7500C0"/>
                </a:solidFill>
                <a:latin typeface="Consolas"/>
                <a:cs typeface="Consolas"/>
              </a:rPr>
              <a:t>2</a:t>
            </a:r>
            <a:r>
              <a:rPr lang="en-GB" sz="1500" b="0" i="0">
                <a:solidFill>
                  <a:srgbClr val="000000"/>
                </a:solidFill>
              </a:rPr>
              <a:t> → MCP reads the issue → subagent investigates → main session implements the fix and runs the tests.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1CB5F730-169A-5687-9E43-3BE9C49E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56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1D0E-72DC-4DFA-2A74-43E9B8C6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5FDD0-9B28-0A59-7566-D49DDDCDF8D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43F52-AE59-1F00-C078-005BBF53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5681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D942-4390-71A5-997C-4B534E7D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FBBC-644F-21CA-DD00-07C55205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/>
              <a:t>Weknesses of agentic engineerin</a:t>
            </a:r>
            <a:r>
              <a:rPr lang="en-SK" dirty="0"/>
              <a:t>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453C2B-D326-CFB7-29FD-4EBCD718D3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7808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FF26-3CB3-2508-030F-475539DA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Main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E9058-6FC6-DEA6-B2DF-AFF2D5BC401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SK" sz="3200" dirty="0">
                <a:solidFill>
                  <a:schemeClr val="accent1"/>
                </a:solidFill>
              </a:rPr>
              <a:t>Context size </a:t>
            </a:r>
            <a:r>
              <a:rPr lang="en-SK" sz="3200" dirty="0"/>
              <a:t>limitations</a:t>
            </a:r>
          </a:p>
          <a:p>
            <a:pPr marL="514350" indent="-514350">
              <a:buFont typeface="+mj-lt"/>
              <a:buAutoNum type="arabicPeriod"/>
            </a:pPr>
            <a:r>
              <a:rPr lang="en-SK" sz="3200" dirty="0"/>
              <a:t>Trained on </a:t>
            </a:r>
            <a:r>
              <a:rPr lang="en-SK" sz="3200" dirty="0">
                <a:solidFill>
                  <a:schemeClr val="accent1"/>
                </a:solidFill>
              </a:rPr>
              <a:t>older data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The "Feedback Loop" </a:t>
            </a:r>
            <a:r>
              <a:rPr lang="en-GB" sz="3200"/>
              <a:t>Fallacy – LLMs </a:t>
            </a:r>
            <a:r>
              <a:rPr lang="en-SK" sz="3200">
                <a:solidFill>
                  <a:schemeClr val="accent1"/>
                </a:solidFill>
              </a:rPr>
              <a:t>cannot </a:t>
            </a:r>
            <a:r>
              <a:rPr lang="en-SK" sz="3200" dirty="0">
                <a:solidFill>
                  <a:schemeClr val="accent1"/>
                </a:solidFill>
              </a:rPr>
              <a:t>directly validate outputs </a:t>
            </a:r>
            <a:r>
              <a:rPr lang="en-SK" sz="3200" dirty="0"/>
              <a:t>of their work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High-Level </a:t>
            </a:r>
            <a:r>
              <a:rPr lang="en-GB" sz="3200" dirty="0">
                <a:solidFill>
                  <a:schemeClr val="accent1"/>
                </a:solidFill>
              </a:rPr>
              <a:t>Architectural "Drift”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>
                <a:solidFill>
                  <a:schemeClr val="accent1"/>
                </a:solidFill>
              </a:rPr>
              <a:t>Hallucinations</a:t>
            </a:r>
          </a:p>
          <a:p>
            <a:pPr lvl="1"/>
            <a:r>
              <a:rPr lang="en-GB" sz="3200" dirty="0"/>
              <a:t> new category of vulnerability called </a:t>
            </a:r>
            <a:r>
              <a:rPr lang="en-GB" sz="3200" b="1" dirty="0"/>
              <a:t>"</a:t>
            </a:r>
            <a:r>
              <a:rPr lang="en-GB" sz="3200" b="1" err="1"/>
              <a:t>Slopsquatting</a:t>
            </a:r>
            <a:r>
              <a:rPr lang="en-GB" sz="3200" b="1"/>
              <a:t>”</a:t>
            </a:r>
            <a:endParaRPr lang="en-GB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19EB6-02E9-7B29-B65D-E093866B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515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3D49E-DAAC-5389-DC36-6E420BDDF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How to fix the weknesses?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634F6-8695-7198-5C7B-3D7F957864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5121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DE8-2C41-948A-F16A-FDF75ED8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1. </a:t>
            </a:r>
            <a:r>
              <a:rPr lang="en-SK" dirty="0">
                <a:solidFill>
                  <a:schemeClr val="accent1"/>
                </a:solidFill>
              </a:rPr>
              <a:t>Context size </a:t>
            </a:r>
            <a:r>
              <a:rPr lang="en-SK" dirty="0"/>
              <a:t>limitations</a:t>
            </a:r>
            <a:br>
              <a:rPr lang="en-SK" dirty="0"/>
            </a:b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82A10-829C-DDFF-36B6-438FB8B03A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sz="3200" dirty="0"/>
              <a:t>S</a:t>
            </a:r>
            <a:r>
              <a:rPr lang="en-SK" sz="3200" dirty="0"/>
              <a:t>kills</a:t>
            </a:r>
          </a:p>
          <a:p>
            <a:r>
              <a:rPr lang="en-GB" sz="3200" dirty="0"/>
              <a:t>P</a:t>
            </a:r>
            <a:r>
              <a:rPr lang="en-SK" sz="3200" dirty="0"/>
              <a:t>lanning mode</a:t>
            </a:r>
          </a:p>
          <a:p>
            <a:r>
              <a:rPr lang="en-SK" sz="3200" dirty="0"/>
              <a:t>Sub-agents</a:t>
            </a:r>
          </a:p>
          <a:p>
            <a:r>
              <a:rPr lang="en-SK" sz="3200" dirty="0"/>
              <a:t>Ralph Wiggum loop</a:t>
            </a:r>
          </a:p>
          <a:p>
            <a:r>
              <a:rPr lang="en-SK" sz="3200" dirty="0"/>
              <a:t>Task breakdown</a:t>
            </a:r>
          </a:p>
          <a:p>
            <a:endParaRPr lang="en-SK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514AC-74E5-D550-0813-95479833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922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69D72-7CBA-A8FC-E589-C3AD2DA03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8DE9-3FA8-57FC-3A9E-B545C480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2. Trained on </a:t>
            </a:r>
            <a:r>
              <a:rPr lang="en-SK" dirty="0">
                <a:solidFill>
                  <a:schemeClr val="accent1"/>
                </a:solidFill>
              </a:rPr>
              <a:t>older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240F-7641-4D69-CBA3-990E3E6C95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3200" dirty="0" err="1"/>
              <a:t>AGENT.md</a:t>
            </a:r>
            <a:r>
              <a:rPr lang="en-US" sz="3200" dirty="0"/>
              <a:t> file</a:t>
            </a:r>
          </a:p>
          <a:p>
            <a:r>
              <a:rPr lang="en-US" sz="3200" dirty="0"/>
              <a:t>Fetch tools</a:t>
            </a:r>
          </a:p>
          <a:p>
            <a:r>
              <a:rPr lang="en-US" sz="3200" dirty="0"/>
              <a:t>hooks</a:t>
            </a:r>
            <a:endParaRPr lang="en-SK" sz="3200" dirty="0"/>
          </a:p>
          <a:p>
            <a:endParaRPr lang="en-SK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62856-A53B-018B-5B18-CBF1C737E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5448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3D2BE-32F2-28E6-E4ED-F3D169B6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1901-B30B-165F-68C3-8C4078F0C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The "</a:t>
            </a:r>
            <a:r>
              <a:rPr lang="en-GB" dirty="0">
                <a:solidFill>
                  <a:schemeClr val="accent1"/>
                </a:solidFill>
              </a:rPr>
              <a:t>Feedback Loop</a:t>
            </a:r>
            <a:r>
              <a:rPr lang="en-GB" dirty="0"/>
              <a:t>" Fallacy</a:t>
            </a:r>
            <a:br>
              <a:rPr lang="en-GB" dirty="0"/>
            </a:br>
            <a:r>
              <a:rPr lang="en-SK" sz="2000" dirty="0">
                <a:solidFill>
                  <a:schemeClr val="accent1"/>
                </a:solidFill>
              </a:rPr>
              <a:t>cannot directly validate outputs </a:t>
            </a:r>
            <a:r>
              <a:rPr lang="en-SK" sz="2000" dirty="0"/>
              <a:t>of their work</a:t>
            </a:r>
            <a:endParaRPr lang="en-SK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A134-CB61-C56F-865C-F56463D8F3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3200" dirty="0"/>
              <a:t>MCP servers</a:t>
            </a:r>
          </a:p>
          <a:p>
            <a:r>
              <a:rPr lang="en-US" sz="3200" dirty="0"/>
              <a:t>Tools</a:t>
            </a:r>
            <a:endParaRPr lang="en-SK" sz="3200" dirty="0"/>
          </a:p>
          <a:p>
            <a:endParaRPr lang="en-SK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BF339-AF02-A01E-CFFC-FFFA0639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7508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43065-FB27-B07B-3A5B-F7CBD07C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57BF-D135-C84B-F6AA-5A8B890B2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High-Level </a:t>
            </a:r>
            <a:r>
              <a:rPr lang="en-GB" dirty="0">
                <a:solidFill>
                  <a:schemeClr val="accent1"/>
                </a:solidFill>
              </a:rPr>
              <a:t>Architectural "Drift”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DB29C-222F-A011-539F-45E121C2781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3200" dirty="0"/>
              <a:t>Custom agents</a:t>
            </a:r>
          </a:p>
          <a:p>
            <a:r>
              <a:rPr lang="en-US" sz="3200" dirty="0"/>
              <a:t>Governance-as-code</a:t>
            </a:r>
          </a:p>
          <a:p>
            <a:r>
              <a:rPr lang="en-US" sz="3200" dirty="0"/>
              <a:t>Auto-restriction loop</a:t>
            </a:r>
          </a:p>
          <a:p>
            <a:endParaRPr lang="en-SK" sz="3200" dirty="0"/>
          </a:p>
          <a:p>
            <a:endParaRPr lang="en-SK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17869-F950-86FF-BE6C-AAE67A8F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9265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8190-741B-0DCB-6A13-1357A38E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39B7-6C8A-E750-D605-A6BEB109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</a:t>
            </a:r>
            <a:r>
              <a:rPr lang="en-GB" dirty="0">
                <a:solidFill>
                  <a:schemeClr val="accent1"/>
                </a:solidFill>
              </a:rPr>
              <a:t>Hallucinations</a:t>
            </a:r>
            <a:endParaRPr lang="en-SK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FBAB-73D0-931E-BFBF-B05C8E92EE3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3200" dirty="0"/>
              <a:t>Hooks</a:t>
            </a:r>
          </a:p>
          <a:p>
            <a:r>
              <a:rPr lang="en-US" sz="3200" dirty="0"/>
              <a:t>Validations</a:t>
            </a:r>
          </a:p>
          <a:p>
            <a:r>
              <a:rPr lang="en-US" sz="3200" dirty="0"/>
              <a:t>Reviewer-personality agent</a:t>
            </a:r>
          </a:p>
          <a:p>
            <a:r>
              <a:rPr lang="en-US" sz="3200" dirty="0"/>
              <a:t>Human-in-the-loop</a:t>
            </a:r>
            <a:endParaRPr lang="en-SK" sz="3200" dirty="0"/>
          </a:p>
          <a:p>
            <a:endParaRPr lang="en-SK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E16A5-C447-2A5A-1D43-49460358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9330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13" descr="Background image of a young couple in silhouette crossing stepping stones on the beach at sunset. The beach is at low tide.">
            <a:extLst>
              <a:ext uri="{FF2B5EF4-FFF2-40B4-BE49-F238E27FC236}">
                <a16:creationId xmlns:a16="http://schemas.microsoft.com/office/drawing/2014/main" id="{A8416F08-7B0C-4018-B462-2611C2DA69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74" r="74"/>
          <a:stretch/>
        </p:blipFill>
        <p:spPr>
          <a:xfrm>
            <a:off x="-7938" y="-9525"/>
            <a:ext cx="12207876" cy="68770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4C49174-90D6-49F2-9AA6-AC03353484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Happy vibing…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C2F587-D14E-4638-8259-2FB8D78CBB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675F5-096C-4F04-89C4-86C86C6F2B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Presenter 14pt</a:t>
            </a:r>
          </a:p>
        </p:txBody>
      </p:sp>
      <p:grpSp>
        <p:nvGrpSpPr>
          <p:cNvPr id="7" name="Logo_WH">
            <a:extLst>
              <a:ext uri="{FF2B5EF4-FFF2-40B4-BE49-F238E27FC236}">
                <a16:creationId xmlns:a16="http://schemas.microsoft.com/office/drawing/2014/main" id="{DAC392B4-488C-476D-B7DA-7878C175A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82BF107-136F-44A2-A6B7-7524452C061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A563F5D-4B26-49FF-9C0A-0364C494CBC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710552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1" id="{37DAC7DE-3CA6-4470-9D4C-095D62459A5B}" vid="{D19E2696-57FB-4FDB-86D3-6EEB6521801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38DCDA-6F9F-714D-80B2-689BBD59D7C6}">
  <we:reference id="e921727a-40fa-404e-9414-b75b6ce9aa14" version="2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5d757215-fbc3-4533-822f-84ec73f97a40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189773F-AD1D-44A7-B4FF-04E6158988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Accenture 2022</Template>
  <TotalTime>14527</TotalTime>
  <Words>2311</Words>
  <Application>Microsoft Macintosh PowerPoint</Application>
  <PresentationFormat>Widescreen</PresentationFormat>
  <Paragraphs>412</Paragraphs>
  <Slides>54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Arial Black</vt:lpstr>
      <vt:lpstr>Consolas</vt:lpstr>
      <vt:lpstr>Palatino Linotype</vt:lpstr>
      <vt:lpstr>Accenture 2022</vt:lpstr>
      <vt:lpstr>AI Agents, MCP and Real Work</vt:lpstr>
      <vt:lpstr>Fun fact</vt:lpstr>
      <vt:lpstr>Context  Skills  MCP</vt:lpstr>
      <vt:lpstr>Bring me water</vt:lpstr>
      <vt:lpstr>PowerPoint Presentation</vt:lpstr>
      <vt:lpstr>PowerPoint Presentation</vt:lpstr>
      <vt:lpstr>PowerPoint Presentation</vt:lpstr>
      <vt:lpstr>PowerPoint Presentation</vt:lpstr>
      <vt:lpstr>Context engineering is getting the most out of today’s models</vt:lpstr>
      <vt:lpstr>LLMs are stateless, so the only way  how to improve performance is to change context.</vt:lpstr>
      <vt:lpstr>Context engineering is magic spell 🪄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Sub-agents</vt:lpstr>
      <vt:lpstr>Subagents keep context clean </vt:lpstr>
      <vt:lpstr>Fun fact</vt:lpstr>
      <vt:lpstr>Fun fact</vt:lpstr>
      <vt:lpstr>PowerPoint Presentation</vt:lpstr>
      <vt:lpstr>Exercise: spawn your first subagent</vt:lpstr>
      <vt:lpstr>Subagents are just a file </vt:lpstr>
      <vt:lpstr>Exercise: build your first subagent</vt:lpstr>
      <vt:lpstr>Writing Skills</vt:lpstr>
      <vt:lpstr>Different Hats of software engineer</vt:lpstr>
      <vt:lpstr>PowerPoint Presentation</vt:lpstr>
      <vt:lpstr>PowerPoint Presentation</vt:lpstr>
      <vt:lpstr>PowerPoint Presentation</vt:lpstr>
      <vt:lpstr>Exercise: redesign a page with a skill</vt:lpstr>
      <vt:lpstr>Writing Claude Skills — tips 1 &amp; 2 </vt:lpstr>
      <vt:lpstr>Writing Claude Skills — tips 3 &amp; 4 </vt:lpstr>
      <vt:lpstr>Writing Claude Skills — tips 5 &amp; 6 </vt:lpstr>
      <vt:lpstr>Writing Claude Skills — tips 7 &amp; 8 </vt:lpstr>
      <vt:lpstr>Writing Claude Skills — tips 9 &amp; 10 </vt:lpstr>
      <vt:lpstr>/grill-me</vt:lpstr>
      <vt:lpstr>Exercise: create your own skill /grill-me</vt:lpstr>
      <vt:lpstr>PowerPoint Presentation</vt:lpstr>
      <vt:lpstr>MCP</vt:lpstr>
      <vt:lpstr>MCP servers in a nutshell </vt:lpstr>
      <vt:lpstr>PowerPoint Presentation</vt:lpstr>
      <vt:lpstr>Fun fact</vt:lpstr>
      <vt:lpstr>Exercise: Playwright MCP in action</vt:lpstr>
      <vt:lpstr>Exercise: Issue → Investigate → Implement Fix</vt:lpstr>
      <vt:lpstr>PowerPoint Presentation</vt:lpstr>
      <vt:lpstr>Weknesses of agentic engineering</vt:lpstr>
      <vt:lpstr>Main weaknesses</vt:lpstr>
      <vt:lpstr>How to fix the weknesses?</vt:lpstr>
      <vt:lpstr>1. Context size limitations </vt:lpstr>
      <vt:lpstr>2. Trained on older data</vt:lpstr>
      <vt:lpstr>3. The "Feedback Loop" Fallacy cannot directly validate outputs of their work</vt:lpstr>
      <vt:lpstr>4. High-Level Architectural "Drift”</vt:lpstr>
      <vt:lpstr>5. Hallucinations</vt:lpstr>
      <vt:lpstr>Happy vibing…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Accenture PowerPoint Template 16x9 Arial</dc:subject>
  <dc:creator>Baus, Peter</dc:creator>
  <cp:lastModifiedBy>Baus, Peter</cp:lastModifiedBy>
  <cp:revision>2</cp:revision>
  <cp:lastPrinted>2020-11-17T04:05:48Z</cp:lastPrinted>
  <dcterms:created xsi:type="dcterms:W3CDTF">2026-01-14T13:37:32Z</dcterms:created>
  <dcterms:modified xsi:type="dcterms:W3CDTF">2026-10-15T18:35:23Z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